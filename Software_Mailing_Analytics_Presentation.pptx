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08A75-9A48-4532-A208-5505988BEC36}" v="1" dt="2025-10-22T17:51:31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406" autoAdjust="0"/>
  </p:normalViewPr>
  <p:slideViewPr>
    <p:cSldViewPr snapToGrid="0" snapToObjects="1">
      <p:cViewPr varScale="1">
        <p:scale>
          <a:sx n="65" d="100"/>
          <a:sy n="65" d="100"/>
        </p:scale>
        <p:origin x="19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rishma Samala" userId="32e1d97563936e04" providerId="LiveId" clId="{BBF083C1-EE4A-41CE-B1EE-9D739C2B4598}"/>
    <pc:docChg chg="undo custSel modSld">
      <pc:chgData name="Cherishma Samala" userId="32e1d97563936e04" providerId="LiveId" clId="{BBF083C1-EE4A-41CE-B1EE-9D739C2B4598}" dt="2025-10-22T17:54:14.196" v="292" actId="20577"/>
      <pc:docMkLst>
        <pc:docMk/>
      </pc:docMkLst>
      <pc:sldChg chg="modSp mod">
        <pc:chgData name="Cherishma Samala" userId="32e1d97563936e04" providerId="LiveId" clId="{BBF083C1-EE4A-41CE-B1EE-9D739C2B4598}" dt="2025-10-22T16:46:24.858" v="43" actId="1076"/>
        <pc:sldMkLst>
          <pc:docMk/>
          <pc:sldMk cId="0" sldId="256"/>
        </pc:sldMkLst>
        <pc:spChg chg="mod">
          <ac:chgData name="Cherishma Samala" userId="32e1d97563936e04" providerId="LiveId" clId="{BBF083C1-EE4A-41CE-B1EE-9D739C2B4598}" dt="2025-10-22T16:46:24.858" v="43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Cherishma Samala" userId="32e1d97563936e04" providerId="LiveId" clId="{BBF083C1-EE4A-41CE-B1EE-9D739C2B4598}" dt="2025-10-22T17:53:13.378" v="232" actId="20577"/>
        <pc:sldMkLst>
          <pc:docMk/>
          <pc:sldMk cId="0" sldId="257"/>
        </pc:sldMkLst>
        <pc:graphicFrameChg chg="modGraphic">
          <ac:chgData name="Cherishma Samala" userId="32e1d97563936e04" providerId="LiveId" clId="{BBF083C1-EE4A-41CE-B1EE-9D739C2B4598}" dt="2025-10-22T17:53:13.378" v="232" actId="20577"/>
          <ac:graphicFrameMkLst>
            <pc:docMk/>
            <pc:sldMk cId="0" sldId="257"/>
            <ac:graphicFrameMk id="5" creationId="{4C40B252-D86B-46FF-EAC2-956548955E1D}"/>
          </ac:graphicFrameMkLst>
        </pc:graphicFrameChg>
      </pc:sldChg>
      <pc:sldChg chg="modSp mod">
        <pc:chgData name="Cherishma Samala" userId="32e1d97563936e04" providerId="LiveId" clId="{BBF083C1-EE4A-41CE-B1EE-9D739C2B4598}" dt="2025-10-22T16:49:42.330" v="98" actId="20577"/>
        <pc:sldMkLst>
          <pc:docMk/>
          <pc:sldMk cId="0" sldId="258"/>
        </pc:sldMkLst>
        <pc:graphicFrameChg chg="modGraphic">
          <ac:chgData name="Cherishma Samala" userId="32e1d97563936e04" providerId="LiveId" clId="{BBF083C1-EE4A-41CE-B1EE-9D739C2B4598}" dt="2025-10-22T16:49:42.330" v="98" actId="20577"/>
          <ac:graphicFrameMkLst>
            <pc:docMk/>
            <pc:sldMk cId="0" sldId="258"/>
            <ac:graphicFrameMk id="19" creationId="{8EFDC57E-BE65-317A-8FA2-B84A09F77634}"/>
          </ac:graphicFrameMkLst>
        </pc:graphicFrameChg>
      </pc:sldChg>
      <pc:sldChg chg="modSp mod">
        <pc:chgData name="Cherishma Samala" userId="32e1d97563936e04" providerId="LiveId" clId="{BBF083C1-EE4A-41CE-B1EE-9D739C2B4598}" dt="2025-10-22T17:54:14.196" v="292" actId="20577"/>
        <pc:sldMkLst>
          <pc:docMk/>
          <pc:sldMk cId="0" sldId="259"/>
        </pc:sldMkLst>
        <pc:graphicFrameChg chg="modGraphic">
          <ac:chgData name="Cherishma Samala" userId="32e1d97563936e04" providerId="LiveId" clId="{BBF083C1-EE4A-41CE-B1EE-9D739C2B4598}" dt="2025-10-22T17:54:14.196" v="292" actId="20577"/>
          <ac:graphicFrameMkLst>
            <pc:docMk/>
            <pc:sldMk cId="0" sldId="259"/>
            <ac:graphicFrameMk id="5" creationId="{AB432F24-9951-F0FD-A9A8-68F9FA2634C6}"/>
          </ac:graphicFrameMkLst>
        </pc:graphicFrameChg>
      </pc:sldChg>
      <pc:sldChg chg="addSp delSp modSp mod">
        <pc:chgData name="Cherishma Samala" userId="32e1d97563936e04" providerId="LiveId" clId="{BBF083C1-EE4A-41CE-B1EE-9D739C2B4598}" dt="2025-10-22T17:51:33.339" v="228" actId="27614"/>
        <pc:sldMkLst>
          <pc:docMk/>
          <pc:sldMk cId="0" sldId="260"/>
        </pc:sldMkLst>
        <pc:spChg chg="mod">
          <ac:chgData name="Cherishma Samala" userId="32e1d97563936e04" providerId="LiveId" clId="{BBF083C1-EE4A-41CE-B1EE-9D739C2B4598}" dt="2025-10-22T17:50:40.934" v="222" actId="2660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Cherishma Samala" userId="32e1d97563936e04" providerId="LiveId" clId="{BBF083C1-EE4A-41CE-B1EE-9D739C2B4598}" dt="2025-10-22T17:51:31.574" v="227" actId="931"/>
          <ac:spMkLst>
            <pc:docMk/>
            <pc:sldMk cId="0" sldId="260"/>
            <ac:spMk id="4" creationId="{0AB8448A-1AF0-C879-4288-BF0A3E5DF169}"/>
          </ac:spMkLst>
        </pc:spChg>
        <pc:spChg chg="add del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9" creationId="{BACC6370-2D7E-4714-9D71-7542949D7D5D}"/>
          </ac:spMkLst>
        </pc:spChg>
        <pc:spChg chg="add del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11" creationId="{F68B3F68-107C-434F-AA38-110D5EA91B85}"/>
          </ac:spMkLst>
        </pc:spChg>
        <pc:spChg chg="add del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13" creationId="{AAD0DBB9-1A4B-4391-81D4-CB19F9AB918A}"/>
          </ac:spMkLst>
        </pc:spChg>
        <pc:spChg chg="add del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15" creationId="{063BBA22-50EA-4C4D-BE05-F1CE4E63AA56}"/>
          </ac:spMkLst>
        </pc:spChg>
        <pc:spChg chg="add del">
          <ac:chgData name="Cherishma Samala" userId="32e1d97563936e04" providerId="LiveId" clId="{BBF083C1-EE4A-41CE-B1EE-9D739C2B4598}" dt="2025-10-22T17:48:14.257" v="210" actId="26606"/>
          <ac:spMkLst>
            <pc:docMk/>
            <pc:sldMk cId="0" sldId="260"/>
            <ac:spMk id="20" creationId="{955A2079-FA98-4876-80F0-72364A7D2EA4}"/>
          </ac:spMkLst>
        </pc:spChg>
        <pc:spChg chg="add del">
          <ac:chgData name="Cherishma Samala" userId="32e1d97563936e04" providerId="LiveId" clId="{BBF083C1-EE4A-41CE-B1EE-9D739C2B4598}" dt="2025-10-22T17:48:22.880" v="212" actId="26606"/>
          <ac:spMkLst>
            <pc:docMk/>
            <pc:sldMk cId="0" sldId="260"/>
            <ac:spMk id="22" creationId="{DCC231C8-C761-4B31-9B1C-C6D19248C6B3}"/>
          </ac:spMkLst>
        </pc:spChg>
        <pc:spChg chg="add del">
          <ac:chgData name="Cherishma Samala" userId="32e1d97563936e04" providerId="LiveId" clId="{BBF083C1-EE4A-41CE-B1EE-9D739C2B4598}" dt="2025-10-22T17:48:29.552" v="214" actId="26606"/>
          <ac:spMkLst>
            <pc:docMk/>
            <pc:sldMk cId="0" sldId="260"/>
            <ac:spMk id="24" creationId="{BACC6370-2D7E-4714-9D71-7542949D7D5D}"/>
          </ac:spMkLst>
        </pc:spChg>
        <pc:spChg chg="add del">
          <ac:chgData name="Cherishma Samala" userId="32e1d97563936e04" providerId="LiveId" clId="{BBF083C1-EE4A-41CE-B1EE-9D739C2B4598}" dt="2025-10-22T17:48:29.552" v="214" actId="26606"/>
          <ac:spMkLst>
            <pc:docMk/>
            <pc:sldMk cId="0" sldId="260"/>
            <ac:spMk id="25" creationId="{F68B3F68-107C-434F-AA38-110D5EA91B85}"/>
          </ac:spMkLst>
        </pc:spChg>
        <pc:spChg chg="add del">
          <ac:chgData name="Cherishma Samala" userId="32e1d97563936e04" providerId="LiveId" clId="{BBF083C1-EE4A-41CE-B1EE-9D739C2B4598}" dt="2025-10-22T17:48:29.552" v="214" actId="26606"/>
          <ac:spMkLst>
            <pc:docMk/>
            <pc:sldMk cId="0" sldId="260"/>
            <ac:spMk id="26" creationId="{AAD0DBB9-1A4B-4391-81D4-CB19F9AB918A}"/>
          </ac:spMkLst>
        </pc:spChg>
        <pc:spChg chg="add del">
          <ac:chgData name="Cherishma Samala" userId="32e1d97563936e04" providerId="LiveId" clId="{BBF083C1-EE4A-41CE-B1EE-9D739C2B4598}" dt="2025-10-22T17:48:29.552" v="214" actId="26606"/>
          <ac:spMkLst>
            <pc:docMk/>
            <pc:sldMk cId="0" sldId="260"/>
            <ac:spMk id="27" creationId="{063BBA22-50EA-4C4D-BE05-F1CE4E63AA56}"/>
          </ac:spMkLst>
        </pc:spChg>
        <pc:spChg chg="add del">
          <ac:chgData name="Cherishma Samala" userId="32e1d97563936e04" providerId="LiveId" clId="{BBF083C1-EE4A-41CE-B1EE-9D739C2B4598}" dt="2025-10-22T17:48:40.213" v="216" actId="26606"/>
          <ac:spMkLst>
            <pc:docMk/>
            <pc:sldMk cId="0" sldId="260"/>
            <ac:spMk id="29" creationId="{BACC6370-2D7E-4714-9D71-7542949D7D5D}"/>
          </ac:spMkLst>
        </pc:spChg>
        <pc:spChg chg="add del">
          <ac:chgData name="Cherishma Samala" userId="32e1d97563936e04" providerId="LiveId" clId="{BBF083C1-EE4A-41CE-B1EE-9D739C2B4598}" dt="2025-10-22T17:48:40.213" v="216" actId="26606"/>
          <ac:spMkLst>
            <pc:docMk/>
            <pc:sldMk cId="0" sldId="260"/>
            <ac:spMk id="30" creationId="{F68B3F68-107C-434F-AA38-110D5EA91B85}"/>
          </ac:spMkLst>
        </pc:spChg>
        <pc:spChg chg="add del">
          <ac:chgData name="Cherishma Samala" userId="32e1d97563936e04" providerId="LiveId" clId="{BBF083C1-EE4A-41CE-B1EE-9D739C2B4598}" dt="2025-10-22T17:48:40.213" v="216" actId="26606"/>
          <ac:spMkLst>
            <pc:docMk/>
            <pc:sldMk cId="0" sldId="260"/>
            <ac:spMk id="31" creationId="{AAD0DBB9-1A4B-4391-81D4-CB19F9AB918A}"/>
          </ac:spMkLst>
        </pc:spChg>
        <pc:spChg chg="add del">
          <ac:chgData name="Cherishma Samala" userId="32e1d97563936e04" providerId="LiveId" clId="{BBF083C1-EE4A-41CE-B1EE-9D739C2B4598}" dt="2025-10-22T17:48:40.213" v="216" actId="26606"/>
          <ac:spMkLst>
            <pc:docMk/>
            <pc:sldMk cId="0" sldId="260"/>
            <ac:spMk id="32" creationId="{063BBA22-50EA-4C4D-BE05-F1CE4E63AA56}"/>
          </ac:spMkLst>
        </pc:spChg>
        <pc:spChg chg="add del">
          <ac:chgData name="Cherishma Samala" userId="32e1d97563936e04" providerId="LiveId" clId="{BBF083C1-EE4A-41CE-B1EE-9D739C2B4598}" dt="2025-10-22T17:48:43.125" v="218" actId="26606"/>
          <ac:spMkLst>
            <pc:docMk/>
            <pc:sldMk cId="0" sldId="260"/>
            <ac:spMk id="34" creationId="{BACC6370-2D7E-4714-9D71-7542949D7D5D}"/>
          </ac:spMkLst>
        </pc:spChg>
        <pc:spChg chg="add del">
          <ac:chgData name="Cherishma Samala" userId="32e1d97563936e04" providerId="LiveId" clId="{BBF083C1-EE4A-41CE-B1EE-9D739C2B4598}" dt="2025-10-22T17:48:43.125" v="218" actId="26606"/>
          <ac:spMkLst>
            <pc:docMk/>
            <pc:sldMk cId="0" sldId="260"/>
            <ac:spMk id="35" creationId="{F68B3F68-107C-434F-AA38-110D5EA91B85}"/>
          </ac:spMkLst>
        </pc:spChg>
        <pc:spChg chg="add del">
          <ac:chgData name="Cherishma Samala" userId="32e1d97563936e04" providerId="LiveId" clId="{BBF083C1-EE4A-41CE-B1EE-9D739C2B4598}" dt="2025-10-22T17:48:43.125" v="218" actId="26606"/>
          <ac:spMkLst>
            <pc:docMk/>
            <pc:sldMk cId="0" sldId="260"/>
            <ac:spMk id="36" creationId="{AAD0DBB9-1A4B-4391-81D4-CB19F9AB918A}"/>
          </ac:spMkLst>
        </pc:spChg>
        <pc:spChg chg="add del">
          <ac:chgData name="Cherishma Samala" userId="32e1d97563936e04" providerId="LiveId" clId="{BBF083C1-EE4A-41CE-B1EE-9D739C2B4598}" dt="2025-10-22T17:48:43.125" v="218" actId="26606"/>
          <ac:spMkLst>
            <pc:docMk/>
            <pc:sldMk cId="0" sldId="260"/>
            <ac:spMk id="37" creationId="{063BBA22-50EA-4C4D-BE05-F1CE4E63AA56}"/>
          </ac:spMkLst>
        </pc:spChg>
        <pc:spChg chg="add del">
          <ac:chgData name="Cherishma Samala" userId="32e1d97563936e04" providerId="LiveId" clId="{BBF083C1-EE4A-41CE-B1EE-9D739C2B4598}" dt="2025-10-22T17:48:52.785" v="220" actId="26606"/>
          <ac:spMkLst>
            <pc:docMk/>
            <pc:sldMk cId="0" sldId="260"/>
            <ac:spMk id="39" creationId="{BACC6370-2D7E-4714-9D71-7542949D7D5D}"/>
          </ac:spMkLst>
        </pc:spChg>
        <pc:spChg chg="add del">
          <ac:chgData name="Cherishma Samala" userId="32e1d97563936e04" providerId="LiveId" clId="{BBF083C1-EE4A-41CE-B1EE-9D739C2B4598}" dt="2025-10-22T17:48:52.785" v="220" actId="26606"/>
          <ac:spMkLst>
            <pc:docMk/>
            <pc:sldMk cId="0" sldId="260"/>
            <ac:spMk id="40" creationId="{F68B3F68-107C-434F-AA38-110D5EA91B85}"/>
          </ac:spMkLst>
        </pc:spChg>
        <pc:spChg chg="add del">
          <ac:chgData name="Cherishma Samala" userId="32e1d97563936e04" providerId="LiveId" clId="{BBF083C1-EE4A-41CE-B1EE-9D739C2B4598}" dt="2025-10-22T17:48:52.785" v="220" actId="26606"/>
          <ac:spMkLst>
            <pc:docMk/>
            <pc:sldMk cId="0" sldId="260"/>
            <ac:spMk id="41" creationId="{AAD0DBB9-1A4B-4391-81D4-CB19F9AB918A}"/>
          </ac:spMkLst>
        </pc:spChg>
        <pc:spChg chg="add del">
          <ac:chgData name="Cherishma Samala" userId="32e1d97563936e04" providerId="LiveId" clId="{BBF083C1-EE4A-41CE-B1EE-9D739C2B4598}" dt="2025-10-22T17:48:52.785" v="220" actId="26606"/>
          <ac:spMkLst>
            <pc:docMk/>
            <pc:sldMk cId="0" sldId="260"/>
            <ac:spMk id="42" creationId="{063BBA22-50EA-4C4D-BE05-F1CE4E63AA56}"/>
          </ac:spMkLst>
        </pc:spChg>
        <pc:spChg chg="add del">
          <ac:chgData name="Cherishma Samala" userId="32e1d97563936e04" providerId="LiveId" clId="{BBF083C1-EE4A-41CE-B1EE-9D739C2B4598}" dt="2025-10-22T17:50:40.934" v="222" actId="26606"/>
          <ac:spMkLst>
            <pc:docMk/>
            <pc:sldMk cId="0" sldId="260"/>
            <ac:spMk id="44" creationId="{6C4028FD-8BAA-4A19-BFDE-594D991B7552}"/>
          </ac:spMkLst>
        </pc:spChg>
        <pc:spChg chg="add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46" creationId="{BACC6370-2D7E-4714-9D71-7542949D7D5D}"/>
          </ac:spMkLst>
        </pc:spChg>
        <pc:spChg chg="add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47" creationId="{F68B3F68-107C-434F-AA38-110D5EA91B85}"/>
          </ac:spMkLst>
        </pc:spChg>
        <pc:spChg chg="add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48" creationId="{AAD0DBB9-1A4B-4391-81D4-CB19F9AB918A}"/>
          </ac:spMkLst>
        </pc:spChg>
        <pc:spChg chg="add">
          <ac:chgData name="Cherishma Samala" userId="32e1d97563936e04" providerId="LiveId" clId="{BBF083C1-EE4A-41CE-B1EE-9D739C2B4598}" dt="2025-10-22T17:50:40.964" v="223" actId="26606"/>
          <ac:spMkLst>
            <pc:docMk/>
            <pc:sldMk cId="0" sldId="260"/>
            <ac:spMk id="49" creationId="{063BBA22-50EA-4C4D-BE05-F1CE4E63AA56}"/>
          </ac:spMkLst>
        </pc:spChg>
        <pc:graphicFrameChg chg="del mod modGraphic">
          <ac:chgData name="Cherishma Samala" userId="32e1d97563936e04" providerId="LiveId" clId="{BBF083C1-EE4A-41CE-B1EE-9D739C2B4598}" dt="2025-10-22T17:51:07.225" v="226" actId="478"/>
          <ac:graphicFrameMkLst>
            <pc:docMk/>
            <pc:sldMk cId="0" sldId="260"/>
            <ac:graphicFrameMk id="5" creationId="{59670363-DB3C-4281-2354-5FB15A7282C2}"/>
          </ac:graphicFrameMkLst>
        </pc:graphicFrameChg>
        <pc:picChg chg="add mod">
          <ac:chgData name="Cherishma Samala" userId="32e1d97563936e04" providerId="LiveId" clId="{BBF083C1-EE4A-41CE-B1EE-9D739C2B4598}" dt="2025-10-22T17:51:33.339" v="228" actId="27614"/>
          <ac:picMkLst>
            <pc:docMk/>
            <pc:sldMk cId="0" sldId="260"/>
            <ac:picMk id="7" creationId="{9EBEE1F9-3039-3C15-95E0-64313A905CB3}"/>
          </ac:picMkLst>
        </pc:picChg>
      </pc:sldChg>
      <pc:sldChg chg="modSp mod">
        <pc:chgData name="Cherishma Samala" userId="32e1d97563936e04" providerId="LiveId" clId="{BBF083C1-EE4A-41CE-B1EE-9D739C2B4598}" dt="2025-10-22T17:00:50.983" v="207" actId="20577"/>
        <pc:sldMkLst>
          <pc:docMk/>
          <pc:sldMk cId="0" sldId="261"/>
        </pc:sldMkLst>
        <pc:graphicFrameChg chg="modGraphic">
          <ac:chgData name="Cherishma Samala" userId="32e1d97563936e04" providerId="LiveId" clId="{BBF083C1-EE4A-41CE-B1EE-9D739C2B4598}" dt="2025-10-22T17:00:50.983" v="207" actId="20577"/>
          <ac:graphicFrameMkLst>
            <pc:docMk/>
            <pc:sldMk cId="0" sldId="261"/>
            <ac:graphicFrameMk id="7" creationId="{6F7F7ECA-DE85-71F2-44FC-F6F9D3DF3103}"/>
          </ac:graphicFrameMkLst>
        </pc:graphicFrameChg>
      </pc:sldChg>
      <pc:sldChg chg="addSp delSp modSp mod">
        <pc:chgData name="Cherishma Samala" userId="32e1d97563936e04" providerId="LiveId" clId="{BBF083C1-EE4A-41CE-B1EE-9D739C2B4598}" dt="2025-10-22T17:45:09.300" v="208" actId="26606"/>
        <pc:sldMkLst>
          <pc:docMk/>
          <pc:sldMk cId="0" sldId="262"/>
        </pc:sldMkLst>
        <pc:spChg chg="del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10" creationId="{BACC6370-2D7E-4714-9D71-7542949D7D5D}"/>
          </ac:spMkLst>
        </pc:spChg>
        <pc:spChg chg="del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12" creationId="{F68B3F68-107C-434F-AA38-110D5EA91B85}"/>
          </ac:spMkLst>
        </pc:spChg>
        <pc:spChg chg="del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14" creationId="{AAD0DBB9-1A4B-4391-81D4-CB19F9AB918A}"/>
          </ac:spMkLst>
        </pc:spChg>
        <pc:spChg chg="del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16" creationId="{063BBA22-50EA-4C4D-BE05-F1CE4E63AA56}"/>
          </ac:spMkLst>
        </pc:spChg>
        <pc:spChg chg="add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21" creationId="{BACC6370-2D7E-4714-9D71-7542949D7D5D}"/>
          </ac:spMkLst>
        </pc:spChg>
        <pc:spChg chg="add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23" creationId="{F68B3F68-107C-434F-AA38-110D5EA91B85}"/>
          </ac:spMkLst>
        </pc:spChg>
        <pc:spChg chg="add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25" creationId="{AAD0DBB9-1A4B-4391-81D4-CB19F9AB918A}"/>
          </ac:spMkLst>
        </pc:spChg>
        <pc:spChg chg="add">
          <ac:chgData name="Cherishma Samala" userId="32e1d97563936e04" providerId="LiveId" clId="{BBF083C1-EE4A-41CE-B1EE-9D739C2B4598}" dt="2025-10-22T17:45:09.300" v="208" actId="26606"/>
          <ac:spMkLst>
            <pc:docMk/>
            <pc:sldMk cId="0" sldId="262"/>
            <ac:spMk id="27" creationId="{063BBA22-50EA-4C4D-BE05-F1CE4E63AA56}"/>
          </ac:spMkLst>
        </pc:spChg>
        <pc:graphicFrameChg chg="mod modGraphic">
          <ac:chgData name="Cherishma Samala" userId="32e1d97563936e04" providerId="LiveId" clId="{BBF083C1-EE4A-41CE-B1EE-9D739C2B4598}" dt="2025-10-22T17:45:09.300" v="208" actId="26606"/>
          <ac:graphicFrameMkLst>
            <pc:docMk/>
            <pc:sldMk cId="0" sldId="262"/>
            <ac:graphicFrameMk id="5" creationId="{95F76737-DF87-318B-12D6-EB79254E3F2F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C690F1-E23E-47F3-B454-3BCE2AEDBA8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E248B21-3B83-4E85-AD91-EB98DFBFCCAB}">
      <dgm:prSet/>
      <dgm:spPr/>
      <dgm:t>
        <a:bodyPr/>
        <a:lstStyle/>
        <a:p>
          <a:r>
            <a:rPr lang="en-US" dirty="0"/>
            <a:t>• Low response rate</a:t>
          </a:r>
        </a:p>
      </dgm:t>
    </dgm:pt>
    <dgm:pt modelId="{FC810D05-7E82-4370-9FE1-724949AB3981}" type="parTrans" cxnId="{FBF1FBC6-B18F-468A-9A4F-1FFD7A1754F6}">
      <dgm:prSet/>
      <dgm:spPr/>
      <dgm:t>
        <a:bodyPr/>
        <a:lstStyle/>
        <a:p>
          <a:endParaRPr lang="en-US"/>
        </a:p>
      </dgm:t>
    </dgm:pt>
    <dgm:pt modelId="{C4A7A94F-D6B9-4D4F-9E01-555F3F86694A}" type="sibTrans" cxnId="{FBF1FBC6-B18F-468A-9A4F-1FFD7A1754F6}">
      <dgm:prSet/>
      <dgm:spPr/>
      <dgm:t>
        <a:bodyPr/>
        <a:lstStyle/>
        <a:p>
          <a:endParaRPr lang="en-US"/>
        </a:p>
      </dgm:t>
    </dgm:pt>
    <dgm:pt modelId="{8558664B-0001-4C1F-A644-9AF8FB1DF6A9}">
      <dgm:prSet/>
      <dgm:spPr/>
      <dgm:t>
        <a:bodyPr/>
        <a:lstStyle/>
        <a:p>
          <a:r>
            <a:rPr lang="en-US" dirty="0"/>
            <a:t>• Inefficient spending</a:t>
          </a:r>
        </a:p>
      </dgm:t>
    </dgm:pt>
    <dgm:pt modelId="{FE6A3A93-425D-4767-91CF-CFA3D7A8C3F5}" type="parTrans" cxnId="{4F24A197-B2AA-486A-B7CD-97A4F0C44114}">
      <dgm:prSet/>
      <dgm:spPr/>
      <dgm:t>
        <a:bodyPr/>
        <a:lstStyle/>
        <a:p>
          <a:endParaRPr lang="en-US"/>
        </a:p>
      </dgm:t>
    </dgm:pt>
    <dgm:pt modelId="{26C80A5E-F546-45D1-A8C9-55E306D49049}" type="sibTrans" cxnId="{4F24A197-B2AA-486A-B7CD-97A4F0C44114}">
      <dgm:prSet/>
      <dgm:spPr/>
      <dgm:t>
        <a:bodyPr/>
        <a:lstStyle/>
        <a:p>
          <a:endParaRPr lang="en-US"/>
        </a:p>
      </dgm:t>
    </dgm:pt>
    <dgm:pt modelId="{55485E4D-AB06-4D9A-A49B-4E6A802828A2}">
      <dgm:prSet/>
      <dgm:spPr/>
      <dgm:t>
        <a:bodyPr/>
        <a:lstStyle/>
        <a:p>
          <a:r>
            <a:rPr lang="en-US" dirty="0"/>
            <a:t>• Lack of segmentation</a:t>
          </a:r>
        </a:p>
      </dgm:t>
    </dgm:pt>
    <dgm:pt modelId="{D36F8F7C-6629-439A-AD5B-75BDBD2A145A}" type="parTrans" cxnId="{69A3FBB2-1F6D-4FFA-A0EF-96C77C6A8058}">
      <dgm:prSet/>
      <dgm:spPr/>
      <dgm:t>
        <a:bodyPr/>
        <a:lstStyle/>
        <a:p>
          <a:endParaRPr lang="en-US"/>
        </a:p>
      </dgm:t>
    </dgm:pt>
    <dgm:pt modelId="{9867CFBC-01F0-4605-9821-9FAB0BEAE1B0}" type="sibTrans" cxnId="{69A3FBB2-1F6D-4FFA-A0EF-96C77C6A8058}">
      <dgm:prSet/>
      <dgm:spPr/>
      <dgm:t>
        <a:bodyPr/>
        <a:lstStyle/>
        <a:p>
          <a:endParaRPr lang="en-US"/>
        </a:p>
      </dgm:t>
    </dgm:pt>
    <dgm:pt modelId="{44EB2BCD-6DA6-44D9-B02A-81D89B3E1E20}">
      <dgm:prSet/>
      <dgm:spPr/>
      <dgm:t>
        <a:bodyPr/>
        <a:lstStyle/>
        <a:p>
          <a:r>
            <a:rPr lang="en-US" dirty="0"/>
            <a:t>• Missed opportunities</a:t>
          </a:r>
        </a:p>
      </dgm:t>
    </dgm:pt>
    <dgm:pt modelId="{67CA1823-894E-4B69-9C62-0041CF676B49}" type="parTrans" cxnId="{B93FF481-837D-40F3-975C-8B72BCFEDBC2}">
      <dgm:prSet/>
      <dgm:spPr/>
      <dgm:t>
        <a:bodyPr/>
        <a:lstStyle/>
        <a:p>
          <a:endParaRPr lang="en-US"/>
        </a:p>
      </dgm:t>
    </dgm:pt>
    <dgm:pt modelId="{E3E73A1B-EDB3-4CAA-937D-3E2BE7C01E9B}" type="sibTrans" cxnId="{B93FF481-837D-40F3-975C-8B72BCFEDBC2}">
      <dgm:prSet/>
      <dgm:spPr/>
      <dgm:t>
        <a:bodyPr/>
        <a:lstStyle/>
        <a:p>
          <a:endParaRPr lang="en-US"/>
        </a:p>
      </dgm:t>
    </dgm:pt>
    <dgm:pt modelId="{D299971F-5101-43B1-8FE0-7BBBC7818D6A}">
      <dgm:prSet/>
      <dgm:spPr/>
      <dgm:t>
        <a:bodyPr/>
        <a:lstStyle/>
        <a:p>
          <a:r>
            <a:rPr lang="en-US" dirty="0"/>
            <a:t>Declining ROI, poor campaign efficiency, and lost competitive edge.</a:t>
          </a:r>
        </a:p>
      </dgm:t>
    </dgm:pt>
    <dgm:pt modelId="{F9BB0CBD-60A3-4059-A3AA-AB8C5BF3C779}" type="parTrans" cxnId="{D68A8CFA-0D49-4DB5-BE5F-4E2BD2EC9F19}">
      <dgm:prSet/>
      <dgm:spPr/>
      <dgm:t>
        <a:bodyPr/>
        <a:lstStyle/>
        <a:p>
          <a:endParaRPr lang="en-US"/>
        </a:p>
      </dgm:t>
    </dgm:pt>
    <dgm:pt modelId="{24960B4B-C49B-47F4-953C-02ADE789D37A}" type="sibTrans" cxnId="{D68A8CFA-0D49-4DB5-BE5F-4E2BD2EC9F19}">
      <dgm:prSet/>
      <dgm:spPr/>
      <dgm:t>
        <a:bodyPr/>
        <a:lstStyle/>
        <a:p>
          <a:endParaRPr lang="en-US"/>
        </a:p>
      </dgm:t>
    </dgm:pt>
    <dgm:pt modelId="{A24B7D73-EDD4-4434-9B54-430853F68DBC}" type="pres">
      <dgm:prSet presAssocID="{D8C690F1-E23E-47F3-B454-3BCE2AEDBA89}" presName="Name0" presStyleCnt="0">
        <dgm:presLayoutVars>
          <dgm:dir/>
          <dgm:resizeHandles val="exact"/>
        </dgm:presLayoutVars>
      </dgm:prSet>
      <dgm:spPr/>
    </dgm:pt>
    <dgm:pt modelId="{FC2CBAB4-E620-4291-A432-232F35EEED1A}" type="pres">
      <dgm:prSet presAssocID="{3E248B21-3B83-4E85-AD91-EB98DFBFCCAB}" presName="node" presStyleLbl="node1" presStyleIdx="0" presStyleCnt="5">
        <dgm:presLayoutVars>
          <dgm:bulletEnabled val="1"/>
        </dgm:presLayoutVars>
      </dgm:prSet>
      <dgm:spPr/>
    </dgm:pt>
    <dgm:pt modelId="{D9E9798C-CEEB-44CD-9D2C-4E2A0E111451}" type="pres">
      <dgm:prSet presAssocID="{C4A7A94F-D6B9-4D4F-9E01-555F3F86694A}" presName="sibTrans" presStyleLbl="sibTrans1D1" presStyleIdx="0" presStyleCnt="4"/>
      <dgm:spPr/>
    </dgm:pt>
    <dgm:pt modelId="{53577B10-45BC-4F31-93F8-046A6B02A5AC}" type="pres">
      <dgm:prSet presAssocID="{C4A7A94F-D6B9-4D4F-9E01-555F3F86694A}" presName="connectorText" presStyleLbl="sibTrans1D1" presStyleIdx="0" presStyleCnt="4"/>
      <dgm:spPr/>
    </dgm:pt>
    <dgm:pt modelId="{46D6D3EF-97F6-4893-96F1-678CE80F9C76}" type="pres">
      <dgm:prSet presAssocID="{8558664B-0001-4C1F-A644-9AF8FB1DF6A9}" presName="node" presStyleLbl="node1" presStyleIdx="1" presStyleCnt="5">
        <dgm:presLayoutVars>
          <dgm:bulletEnabled val="1"/>
        </dgm:presLayoutVars>
      </dgm:prSet>
      <dgm:spPr/>
    </dgm:pt>
    <dgm:pt modelId="{55F6B701-E4A0-43B8-A4E5-2DD2250C0D45}" type="pres">
      <dgm:prSet presAssocID="{26C80A5E-F546-45D1-A8C9-55E306D49049}" presName="sibTrans" presStyleLbl="sibTrans1D1" presStyleIdx="1" presStyleCnt="4"/>
      <dgm:spPr/>
    </dgm:pt>
    <dgm:pt modelId="{92D53D00-C91F-494C-B3B8-004F1DED3EE5}" type="pres">
      <dgm:prSet presAssocID="{26C80A5E-F546-45D1-A8C9-55E306D49049}" presName="connectorText" presStyleLbl="sibTrans1D1" presStyleIdx="1" presStyleCnt="4"/>
      <dgm:spPr/>
    </dgm:pt>
    <dgm:pt modelId="{5CF01C20-8FAF-4E47-BD12-9BA8B761A48B}" type="pres">
      <dgm:prSet presAssocID="{55485E4D-AB06-4D9A-A49B-4E6A802828A2}" presName="node" presStyleLbl="node1" presStyleIdx="2" presStyleCnt="5">
        <dgm:presLayoutVars>
          <dgm:bulletEnabled val="1"/>
        </dgm:presLayoutVars>
      </dgm:prSet>
      <dgm:spPr/>
    </dgm:pt>
    <dgm:pt modelId="{9DE11871-1955-43E7-AFF5-CB50FEC0D991}" type="pres">
      <dgm:prSet presAssocID="{9867CFBC-01F0-4605-9821-9FAB0BEAE1B0}" presName="sibTrans" presStyleLbl="sibTrans1D1" presStyleIdx="2" presStyleCnt="4"/>
      <dgm:spPr/>
    </dgm:pt>
    <dgm:pt modelId="{7F58727B-8E38-4E67-8BB3-BACF545C6A9F}" type="pres">
      <dgm:prSet presAssocID="{9867CFBC-01F0-4605-9821-9FAB0BEAE1B0}" presName="connectorText" presStyleLbl="sibTrans1D1" presStyleIdx="2" presStyleCnt="4"/>
      <dgm:spPr/>
    </dgm:pt>
    <dgm:pt modelId="{2084AFD3-0B7C-43D3-A557-AAABFC2B5AB0}" type="pres">
      <dgm:prSet presAssocID="{44EB2BCD-6DA6-44D9-B02A-81D89B3E1E20}" presName="node" presStyleLbl="node1" presStyleIdx="3" presStyleCnt="5">
        <dgm:presLayoutVars>
          <dgm:bulletEnabled val="1"/>
        </dgm:presLayoutVars>
      </dgm:prSet>
      <dgm:spPr/>
    </dgm:pt>
    <dgm:pt modelId="{DA19F800-A5E8-42F9-B688-AB51CFED9308}" type="pres">
      <dgm:prSet presAssocID="{E3E73A1B-EDB3-4CAA-937D-3E2BE7C01E9B}" presName="sibTrans" presStyleLbl="sibTrans1D1" presStyleIdx="3" presStyleCnt="4"/>
      <dgm:spPr/>
    </dgm:pt>
    <dgm:pt modelId="{E57A5898-7E38-4D3A-B6FA-457DFB215D04}" type="pres">
      <dgm:prSet presAssocID="{E3E73A1B-EDB3-4CAA-937D-3E2BE7C01E9B}" presName="connectorText" presStyleLbl="sibTrans1D1" presStyleIdx="3" presStyleCnt="4"/>
      <dgm:spPr/>
    </dgm:pt>
    <dgm:pt modelId="{D3CBAA1A-121A-4BD3-A3BB-E32024F118E7}" type="pres">
      <dgm:prSet presAssocID="{D299971F-5101-43B1-8FE0-7BBBC7818D6A}" presName="node" presStyleLbl="node1" presStyleIdx="4" presStyleCnt="5">
        <dgm:presLayoutVars>
          <dgm:bulletEnabled val="1"/>
        </dgm:presLayoutVars>
      </dgm:prSet>
      <dgm:spPr/>
    </dgm:pt>
  </dgm:ptLst>
  <dgm:cxnLst>
    <dgm:cxn modelId="{B561A101-515B-47E1-8AF6-5492C8E10E48}" type="presOf" srcId="{E3E73A1B-EDB3-4CAA-937D-3E2BE7C01E9B}" destId="{DA19F800-A5E8-42F9-B688-AB51CFED9308}" srcOrd="0" destOrd="0" presId="urn:microsoft.com/office/officeart/2016/7/layout/RepeatingBendingProcessNew"/>
    <dgm:cxn modelId="{4F075C1F-A918-446F-AFC6-BC59EAE3C5BC}" type="presOf" srcId="{26C80A5E-F546-45D1-A8C9-55E306D49049}" destId="{92D53D00-C91F-494C-B3B8-004F1DED3EE5}" srcOrd="1" destOrd="0" presId="urn:microsoft.com/office/officeart/2016/7/layout/RepeatingBendingProcessNew"/>
    <dgm:cxn modelId="{8F89C724-D0BD-4B83-B844-4F3FC74D38F1}" type="presOf" srcId="{9867CFBC-01F0-4605-9821-9FAB0BEAE1B0}" destId="{9DE11871-1955-43E7-AFF5-CB50FEC0D991}" srcOrd="0" destOrd="0" presId="urn:microsoft.com/office/officeart/2016/7/layout/RepeatingBendingProcessNew"/>
    <dgm:cxn modelId="{96D24A32-06FD-4B37-8F47-2FDAB9B37248}" type="presOf" srcId="{C4A7A94F-D6B9-4D4F-9E01-555F3F86694A}" destId="{D9E9798C-CEEB-44CD-9D2C-4E2A0E111451}" srcOrd="0" destOrd="0" presId="urn:microsoft.com/office/officeart/2016/7/layout/RepeatingBendingProcessNew"/>
    <dgm:cxn modelId="{CE61B66B-F13A-4FAF-9B1F-8F3FAC0CAAD0}" type="presOf" srcId="{26C80A5E-F546-45D1-A8C9-55E306D49049}" destId="{55F6B701-E4A0-43B8-A4E5-2DD2250C0D45}" srcOrd="0" destOrd="0" presId="urn:microsoft.com/office/officeart/2016/7/layout/RepeatingBendingProcessNew"/>
    <dgm:cxn modelId="{DFA6327A-C67F-468D-A16A-6FEED86ACF18}" type="presOf" srcId="{44EB2BCD-6DA6-44D9-B02A-81D89B3E1E20}" destId="{2084AFD3-0B7C-43D3-A557-AAABFC2B5AB0}" srcOrd="0" destOrd="0" presId="urn:microsoft.com/office/officeart/2016/7/layout/RepeatingBendingProcessNew"/>
    <dgm:cxn modelId="{B93FF481-837D-40F3-975C-8B72BCFEDBC2}" srcId="{D8C690F1-E23E-47F3-B454-3BCE2AEDBA89}" destId="{44EB2BCD-6DA6-44D9-B02A-81D89B3E1E20}" srcOrd="3" destOrd="0" parTransId="{67CA1823-894E-4B69-9C62-0041CF676B49}" sibTransId="{E3E73A1B-EDB3-4CAA-937D-3E2BE7C01E9B}"/>
    <dgm:cxn modelId="{AD038A8B-AA2D-40DC-A667-A42375DB596D}" type="presOf" srcId="{D299971F-5101-43B1-8FE0-7BBBC7818D6A}" destId="{D3CBAA1A-121A-4BD3-A3BB-E32024F118E7}" srcOrd="0" destOrd="0" presId="urn:microsoft.com/office/officeart/2016/7/layout/RepeatingBendingProcessNew"/>
    <dgm:cxn modelId="{4F24A197-B2AA-486A-B7CD-97A4F0C44114}" srcId="{D8C690F1-E23E-47F3-B454-3BCE2AEDBA89}" destId="{8558664B-0001-4C1F-A644-9AF8FB1DF6A9}" srcOrd="1" destOrd="0" parTransId="{FE6A3A93-425D-4767-91CF-CFA3D7A8C3F5}" sibTransId="{26C80A5E-F546-45D1-A8C9-55E306D49049}"/>
    <dgm:cxn modelId="{4B5FA49A-DFEE-4AE8-9C6E-09392D92E9FF}" type="presOf" srcId="{9867CFBC-01F0-4605-9821-9FAB0BEAE1B0}" destId="{7F58727B-8E38-4E67-8BB3-BACF545C6A9F}" srcOrd="1" destOrd="0" presId="urn:microsoft.com/office/officeart/2016/7/layout/RepeatingBendingProcessNew"/>
    <dgm:cxn modelId="{D02BE9A1-3532-42D4-94E0-10D0DDCB9645}" type="presOf" srcId="{C4A7A94F-D6B9-4D4F-9E01-555F3F86694A}" destId="{53577B10-45BC-4F31-93F8-046A6B02A5AC}" srcOrd="1" destOrd="0" presId="urn:microsoft.com/office/officeart/2016/7/layout/RepeatingBendingProcessNew"/>
    <dgm:cxn modelId="{1073BCA6-C4AF-4DAF-8E52-C699E5F75AB4}" type="presOf" srcId="{D8C690F1-E23E-47F3-B454-3BCE2AEDBA89}" destId="{A24B7D73-EDD4-4434-9B54-430853F68DBC}" srcOrd="0" destOrd="0" presId="urn:microsoft.com/office/officeart/2016/7/layout/RepeatingBendingProcessNew"/>
    <dgm:cxn modelId="{69A3FBB2-1F6D-4FFA-A0EF-96C77C6A8058}" srcId="{D8C690F1-E23E-47F3-B454-3BCE2AEDBA89}" destId="{55485E4D-AB06-4D9A-A49B-4E6A802828A2}" srcOrd="2" destOrd="0" parTransId="{D36F8F7C-6629-439A-AD5B-75BDBD2A145A}" sibTransId="{9867CFBC-01F0-4605-9821-9FAB0BEAE1B0}"/>
    <dgm:cxn modelId="{F146DCB6-A813-46D1-9727-799CB536BDF2}" type="presOf" srcId="{3E248B21-3B83-4E85-AD91-EB98DFBFCCAB}" destId="{FC2CBAB4-E620-4291-A432-232F35EEED1A}" srcOrd="0" destOrd="0" presId="urn:microsoft.com/office/officeart/2016/7/layout/RepeatingBendingProcessNew"/>
    <dgm:cxn modelId="{FBF1FBC6-B18F-468A-9A4F-1FFD7A1754F6}" srcId="{D8C690F1-E23E-47F3-B454-3BCE2AEDBA89}" destId="{3E248B21-3B83-4E85-AD91-EB98DFBFCCAB}" srcOrd="0" destOrd="0" parTransId="{FC810D05-7E82-4370-9FE1-724949AB3981}" sibTransId="{C4A7A94F-D6B9-4D4F-9E01-555F3F86694A}"/>
    <dgm:cxn modelId="{0936DCD8-3E6E-4620-A696-6CEDC5E3B27F}" type="presOf" srcId="{8558664B-0001-4C1F-A644-9AF8FB1DF6A9}" destId="{46D6D3EF-97F6-4893-96F1-678CE80F9C76}" srcOrd="0" destOrd="0" presId="urn:microsoft.com/office/officeart/2016/7/layout/RepeatingBendingProcessNew"/>
    <dgm:cxn modelId="{B8952FDD-2CEA-4B89-BC60-EA29156B0D63}" type="presOf" srcId="{E3E73A1B-EDB3-4CAA-937D-3E2BE7C01E9B}" destId="{E57A5898-7E38-4D3A-B6FA-457DFB215D04}" srcOrd="1" destOrd="0" presId="urn:microsoft.com/office/officeart/2016/7/layout/RepeatingBendingProcessNew"/>
    <dgm:cxn modelId="{57D764EA-964D-4A99-8723-A87415BFDB29}" type="presOf" srcId="{55485E4D-AB06-4D9A-A49B-4E6A802828A2}" destId="{5CF01C20-8FAF-4E47-BD12-9BA8B761A48B}" srcOrd="0" destOrd="0" presId="urn:microsoft.com/office/officeart/2016/7/layout/RepeatingBendingProcessNew"/>
    <dgm:cxn modelId="{D68A8CFA-0D49-4DB5-BE5F-4E2BD2EC9F19}" srcId="{D8C690F1-E23E-47F3-B454-3BCE2AEDBA89}" destId="{D299971F-5101-43B1-8FE0-7BBBC7818D6A}" srcOrd="4" destOrd="0" parTransId="{F9BB0CBD-60A3-4059-A3AA-AB8C5BF3C779}" sibTransId="{24960B4B-C49B-47F4-953C-02ADE789D37A}"/>
    <dgm:cxn modelId="{E12341EA-F2F8-467B-B067-85BD58DEB972}" type="presParOf" srcId="{A24B7D73-EDD4-4434-9B54-430853F68DBC}" destId="{FC2CBAB4-E620-4291-A432-232F35EEED1A}" srcOrd="0" destOrd="0" presId="urn:microsoft.com/office/officeart/2016/7/layout/RepeatingBendingProcessNew"/>
    <dgm:cxn modelId="{FC370704-882A-4977-8F18-15802CE8460C}" type="presParOf" srcId="{A24B7D73-EDD4-4434-9B54-430853F68DBC}" destId="{D9E9798C-CEEB-44CD-9D2C-4E2A0E111451}" srcOrd="1" destOrd="0" presId="urn:microsoft.com/office/officeart/2016/7/layout/RepeatingBendingProcessNew"/>
    <dgm:cxn modelId="{FD111248-127B-421E-9849-415D3FC866BA}" type="presParOf" srcId="{D9E9798C-CEEB-44CD-9D2C-4E2A0E111451}" destId="{53577B10-45BC-4F31-93F8-046A6B02A5AC}" srcOrd="0" destOrd="0" presId="urn:microsoft.com/office/officeart/2016/7/layout/RepeatingBendingProcessNew"/>
    <dgm:cxn modelId="{4D54B35B-4E4E-4CAA-9489-488B62F3AB33}" type="presParOf" srcId="{A24B7D73-EDD4-4434-9B54-430853F68DBC}" destId="{46D6D3EF-97F6-4893-96F1-678CE80F9C76}" srcOrd="2" destOrd="0" presId="urn:microsoft.com/office/officeart/2016/7/layout/RepeatingBendingProcessNew"/>
    <dgm:cxn modelId="{C09A4133-5140-4845-86AA-7548A0B5ACC5}" type="presParOf" srcId="{A24B7D73-EDD4-4434-9B54-430853F68DBC}" destId="{55F6B701-E4A0-43B8-A4E5-2DD2250C0D45}" srcOrd="3" destOrd="0" presId="urn:microsoft.com/office/officeart/2016/7/layout/RepeatingBendingProcessNew"/>
    <dgm:cxn modelId="{335E6AF9-FD8D-40BC-B134-6C54127E1799}" type="presParOf" srcId="{55F6B701-E4A0-43B8-A4E5-2DD2250C0D45}" destId="{92D53D00-C91F-494C-B3B8-004F1DED3EE5}" srcOrd="0" destOrd="0" presId="urn:microsoft.com/office/officeart/2016/7/layout/RepeatingBendingProcessNew"/>
    <dgm:cxn modelId="{CCD3AAED-80E0-422C-9181-B4C7E7680705}" type="presParOf" srcId="{A24B7D73-EDD4-4434-9B54-430853F68DBC}" destId="{5CF01C20-8FAF-4E47-BD12-9BA8B761A48B}" srcOrd="4" destOrd="0" presId="urn:microsoft.com/office/officeart/2016/7/layout/RepeatingBendingProcessNew"/>
    <dgm:cxn modelId="{6EC19C48-3674-4B4C-837E-2ADCE535630A}" type="presParOf" srcId="{A24B7D73-EDD4-4434-9B54-430853F68DBC}" destId="{9DE11871-1955-43E7-AFF5-CB50FEC0D991}" srcOrd="5" destOrd="0" presId="urn:microsoft.com/office/officeart/2016/7/layout/RepeatingBendingProcessNew"/>
    <dgm:cxn modelId="{3398CEA3-A8D6-4C12-9D98-7C0909C21B25}" type="presParOf" srcId="{9DE11871-1955-43E7-AFF5-CB50FEC0D991}" destId="{7F58727B-8E38-4E67-8BB3-BACF545C6A9F}" srcOrd="0" destOrd="0" presId="urn:microsoft.com/office/officeart/2016/7/layout/RepeatingBendingProcessNew"/>
    <dgm:cxn modelId="{B6A18369-7E61-44E0-97DA-D2E136AC0B36}" type="presParOf" srcId="{A24B7D73-EDD4-4434-9B54-430853F68DBC}" destId="{2084AFD3-0B7C-43D3-A557-AAABFC2B5AB0}" srcOrd="6" destOrd="0" presId="urn:microsoft.com/office/officeart/2016/7/layout/RepeatingBendingProcessNew"/>
    <dgm:cxn modelId="{5FE0B8E4-1AFC-4EDB-94A2-A754F248A581}" type="presParOf" srcId="{A24B7D73-EDD4-4434-9B54-430853F68DBC}" destId="{DA19F800-A5E8-42F9-B688-AB51CFED9308}" srcOrd="7" destOrd="0" presId="urn:microsoft.com/office/officeart/2016/7/layout/RepeatingBendingProcessNew"/>
    <dgm:cxn modelId="{B10122B0-B9A9-4EBA-9E3D-6AF5DB066790}" type="presParOf" srcId="{DA19F800-A5E8-42F9-B688-AB51CFED9308}" destId="{E57A5898-7E38-4D3A-B6FA-457DFB215D04}" srcOrd="0" destOrd="0" presId="urn:microsoft.com/office/officeart/2016/7/layout/RepeatingBendingProcessNew"/>
    <dgm:cxn modelId="{C3DA0D64-080D-4C9B-B420-5160C4FA306A}" type="presParOf" srcId="{A24B7D73-EDD4-4434-9B54-430853F68DBC}" destId="{D3CBAA1A-121A-4BD3-A3BB-E32024F118E7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7D041D-002D-4073-8636-9B7D4613ACC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F07B4C7-0753-4A69-B228-1BDFC7011E1D}">
      <dgm:prSet/>
      <dgm:spPr/>
      <dgm:t>
        <a:bodyPr/>
        <a:lstStyle/>
        <a:p>
          <a:r>
            <a:rPr lang="en-US"/>
            <a:t>• Increase response rate from 5.3% → at least 8%.</a:t>
          </a:r>
        </a:p>
      </dgm:t>
    </dgm:pt>
    <dgm:pt modelId="{DDD39D35-3E93-418E-887A-9186AC7A319A}" type="parTrans" cxnId="{679D057F-1267-43E5-A6FD-F756B78ECDC5}">
      <dgm:prSet/>
      <dgm:spPr/>
      <dgm:t>
        <a:bodyPr/>
        <a:lstStyle/>
        <a:p>
          <a:endParaRPr lang="en-US"/>
        </a:p>
      </dgm:t>
    </dgm:pt>
    <dgm:pt modelId="{AF2B0E77-953C-47A2-83EC-0EA1DA2A936E}" type="sibTrans" cxnId="{679D057F-1267-43E5-A6FD-F756B78ECDC5}">
      <dgm:prSet/>
      <dgm:spPr/>
      <dgm:t>
        <a:bodyPr/>
        <a:lstStyle/>
        <a:p>
          <a:endParaRPr lang="en-US"/>
        </a:p>
      </dgm:t>
    </dgm:pt>
    <dgm:pt modelId="{91DE5AFF-9CC0-4CDE-BD41-2E6EED15B433}">
      <dgm:prSet/>
      <dgm:spPr/>
      <dgm:t>
        <a:bodyPr/>
        <a:lstStyle/>
        <a:p>
          <a:r>
            <a:rPr lang="en-US"/>
            <a:t>• Improve ROI by 20% via better targeting and budget optimization.</a:t>
          </a:r>
        </a:p>
      </dgm:t>
    </dgm:pt>
    <dgm:pt modelId="{691D1337-24CF-4584-B678-E42781E1ED26}" type="parTrans" cxnId="{1DD09241-375B-4BB8-B955-6088A45C414B}">
      <dgm:prSet/>
      <dgm:spPr/>
      <dgm:t>
        <a:bodyPr/>
        <a:lstStyle/>
        <a:p>
          <a:endParaRPr lang="en-US"/>
        </a:p>
      </dgm:t>
    </dgm:pt>
    <dgm:pt modelId="{26E22CAA-AEEA-45D0-9BF9-9E7FB56BCC39}" type="sibTrans" cxnId="{1DD09241-375B-4BB8-B955-6088A45C414B}">
      <dgm:prSet/>
      <dgm:spPr/>
      <dgm:t>
        <a:bodyPr/>
        <a:lstStyle/>
        <a:p>
          <a:endParaRPr lang="en-US"/>
        </a:p>
      </dgm:t>
    </dgm:pt>
    <dgm:pt modelId="{749B3AAA-CAF1-479C-AFDF-00149099DC52}">
      <dgm:prSet/>
      <dgm:spPr/>
      <dgm:t>
        <a:bodyPr/>
        <a:lstStyle/>
        <a:p>
          <a:r>
            <a:rPr lang="en-US"/>
            <a:t>• Raise total sales by 15% through tailored promotional campaigns.</a:t>
          </a:r>
        </a:p>
      </dgm:t>
    </dgm:pt>
    <dgm:pt modelId="{CE53E5B3-A3C2-45DD-AC42-412D52ED649A}" type="parTrans" cxnId="{6CD7153D-7208-44AC-8BAB-9556ADF29F0F}">
      <dgm:prSet/>
      <dgm:spPr/>
      <dgm:t>
        <a:bodyPr/>
        <a:lstStyle/>
        <a:p>
          <a:endParaRPr lang="en-US"/>
        </a:p>
      </dgm:t>
    </dgm:pt>
    <dgm:pt modelId="{154B11C3-D4C1-4E58-AC37-EF25B7AA4E49}" type="sibTrans" cxnId="{6CD7153D-7208-44AC-8BAB-9556ADF29F0F}">
      <dgm:prSet/>
      <dgm:spPr/>
      <dgm:t>
        <a:bodyPr/>
        <a:lstStyle/>
        <a:p>
          <a:endParaRPr lang="en-US"/>
        </a:p>
      </dgm:t>
    </dgm:pt>
    <dgm:pt modelId="{C3E5CF87-FFDD-4416-A8D8-EBA68F53BF02}">
      <dgm:prSet/>
      <dgm:spPr/>
      <dgm:t>
        <a:bodyPr/>
        <a:lstStyle/>
        <a:p>
          <a:r>
            <a:rPr lang="en-US"/>
            <a:t>• Convert 10% of non-purchasers into paying customers.</a:t>
          </a:r>
        </a:p>
      </dgm:t>
    </dgm:pt>
    <dgm:pt modelId="{54A0D7CE-186A-487D-800D-B5A294DF12B9}" type="parTrans" cxnId="{A695DB74-A40D-4734-BF41-C916F6AF7DCA}">
      <dgm:prSet/>
      <dgm:spPr/>
      <dgm:t>
        <a:bodyPr/>
        <a:lstStyle/>
        <a:p>
          <a:endParaRPr lang="en-US"/>
        </a:p>
      </dgm:t>
    </dgm:pt>
    <dgm:pt modelId="{2C239F0A-B72B-45C2-B35C-6B85A7635F21}" type="sibTrans" cxnId="{A695DB74-A40D-4734-BF41-C916F6AF7DCA}">
      <dgm:prSet/>
      <dgm:spPr/>
      <dgm:t>
        <a:bodyPr/>
        <a:lstStyle/>
        <a:p>
          <a:endParaRPr lang="en-US"/>
        </a:p>
      </dgm:t>
    </dgm:pt>
    <dgm:pt modelId="{301B5E23-955E-4724-97F6-BBDD5A1B2BC4}">
      <dgm:prSet/>
      <dgm:spPr/>
      <dgm:t>
        <a:bodyPr/>
        <a:lstStyle/>
        <a:p>
          <a:r>
            <a:rPr lang="en-US" dirty="0"/>
            <a:t>Leads to increase in sales and long-term profit.</a:t>
          </a:r>
        </a:p>
      </dgm:t>
    </dgm:pt>
    <dgm:pt modelId="{271DC458-C87E-4C39-BD09-431FD03D81AB}" type="parTrans" cxnId="{332B0C46-966C-493C-A5D7-FE9BD8298D28}">
      <dgm:prSet/>
      <dgm:spPr/>
      <dgm:t>
        <a:bodyPr/>
        <a:lstStyle/>
        <a:p>
          <a:endParaRPr lang="en-US"/>
        </a:p>
      </dgm:t>
    </dgm:pt>
    <dgm:pt modelId="{102CD431-16F0-4B55-AFAB-824BEF0E7DCC}" type="sibTrans" cxnId="{332B0C46-966C-493C-A5D7-FE9BD8298D28}">
      <dgm:prSet/>
      <dgm:spPr/>
      <dgm:t>
        <a:bodyPr/>
        <a:lstStyle/>
        <a:p>
          <a:endParaRPr lang="en-US"/>
        </a:p>
      </dgm:t>
    </dgm:pt>
    <dgm:pt modelId="{DC0B3F12-D976-4A55-84FF-27D9BBD9C9BA}" type="pres">
      <dgm:prSet presAssocID="{767D041D-002D-4073-8636-9B7D4613ACC4}" presName="outerComposite" presStyleCnt="0">
        <dgm:presLayoutVars>
          <dgm:chMax val="5"/>
          <dgm:dir/>
          <dgm:resizeHandles val="exact"/>
        </dgm:presLayoutVars>
      </dgm:prSet>
      <dgm:spPr/>
    </dgm:pt>
    <dgm:pt modelId="{82A45170-5F9C-4EEB-B9A2-B95CF397C13E}" type="pres">
      <dgm:prSet presAssocID="{767D041D-002D-4073-8636-9B7D4613ACC4}" presName="dummyMaxCanvas" presStyleCnt="0">
        <dgm:presLayoutVars/>
      </dgm:prSet>
      <dgm:spPr/>
    </dgm:pt>
    <dgm:pt modelId="{16655EF6-6403-4AEE-B2C7-942F39237992}" type="pres">
      <dgm:prSet presAssocID="{767D041D-002D-4073-8636-9B7D4613ACC4}" presName="FiveNodes_1" presStyleLbl="node1" presStyleIdx="0" presStyleCnt="5">
        <dgm:presLayoutVars>
          <dgm:bulletEnabled val="1"/>
        </dgm:presLayoutVars>
      </dgm:prSet>
      <dgm:spPr/>
    </dgm:pt>
    <dgm:pt modelId="{919F5E28-793E-44F1-860C-2BDE120605F9}" type="pres">
      <dgm:prSet presAssocID="{767D041D-002D-4073-8636-9B7D4613ACC4}" presName="FiveNodes_2" presStyleLbl="node1" presStyleIdx="1" presStyleCnt="5">
        <dgm:presLayoutVars>
          <dgm:bulletEnabled val="1"/>
        </dgm:presLayoutVars>
      </dgm:prSet>
      <dgm:spPr/>
    </dgm:pt>
    <dgm:pt modelId="{BEB42839-0256-44D6-B8A9-87897E7C732E}" type="pres">
      <dgm:prSet presAssocID="{767D041D-002D-4073-8636-9B7D4613ACC4}" presName="FiveNodes_3" presStyleLbl="node1" presStyleIdx="2" presStyleCnt="5">
        <dgm:presLayoutVars>
          <dgm:bulletEnabled val="1"/>
        </dgm:presLayoutVars>
      </dgm:prSet>
      <dgm:spPr/>
    </dgm:pt>
    <dgm:pt modelId="{9450ABE0-234A-47D0-961B-DE9F76E23B33}" type="pres">
      <dgm:prSet presAssocID="{767D041D-002D-4073-8636-9B7D4613ACC4}" presName="FiveNodes_4" presStyleLbl="node1" presStyleIdx="3" presStyleCnt="5">
        <dgm:presLayoutVars>
          <dgm:bulletEnabled val="1"/>
        </dgm:presLayoutVars>
      </dgm:prSet>
      <dgm:spPr/>
    </dgm:pt>
    <dgm:pt modelId="{F4B1B15A-E507-404B-B550-44B339EA7D67}" type="pres">
      <dgm:prSet presAssocID="{767D041D-002D-4073-8636-9B7D4613ACC4}" presName="FiveNodes_5" presStyleLbl="node1" presStyleIdx="4" presStyleCnt="5">
        <dgm:presLayoutVars>
          <dgm:bulletEnabled val="1"/>
        </dgm:presLayoutVars>
      </dgm:prSet>
      <dgm:spPr/>
    </dgm:pt>
    <dgm:pt modelId="{040C5075-F99E-4766-A2FF-95B3D0509DF2}" type="pres">
      <dgm:prSet presAssocID="{767D041D-002D-4073-8636-9B7D4613ACC4}" presName="FiveConn_1-2" presStyleLbl="fgAccFollowNode1" presStyleIdx="0" presStyleCnt="4">
        <dgm:presLayoutVars>
          <dgm:bulletEnabled val="1"/>
        </dgm:presLayoutVars>
      </dgm:prSet>
      <dgm:spPr/>
    </dgm:pt>
    <dgm:pt modelId="{55BEFE2C-5E61-49EC-AC76-EED400D2D5D9}" type="pres">
      <dgm:prSet presAssocID="{767D041D-002D-4073-8636-9B7D4613ACC4}" presName="FiveConn_2-3" presStyleLbl="fgAccFollowNode1" presStyleIdx="1" presStyleCnt="4">
        <dgm:presLayoutVars>
          <dgm:bulletEnabled val="1"/>
        </dgm:presLayoutVars>
      </dgm:prSet>
      <dgm:spPr/>
    </dgm:pt>
    <dgm:pt modelId="{88AF12DD-DA51-41FE-AC6A-F862501DFD71}" type="pres">
      <dgm:prSet presAssocID="{767D041D-002D-4073-8636-9B7D4613ACC4}" presName="FiveConn_3-4" presStyleLbl="fgAccFollowNode1" presStyleIdx="2" presStyleCnt="4">
        <dgm:presLayoutVars>
          <dgm:bulletEnabled val="1"/>
        </dgm:presLayoutVars>
      </dgm:prSet>
      <dgm:spPr/>
    </dgm:pt>
    <dgm:pt modelId="{0224301F-2008-44FB-B291-57EFB8636882}" type="pres">
      <dgm:prSet presAssocID="{767D041D-002D-4073-8636-9B7D4613ACC4}" presName="FiveConn_4-5" presStyleLbl="fgAccFollowNode1" presStyleIdx="3" presStyleCnt="4">
        <dgm:presLayoutVars>
          <dgm:bulletEnabled val="1"/>
        </dgm:presLayoutVars>
      </dgm:prSet>
      <dgm:spPr/>
    </dgm:pt>
    <dgm:pt modelId="{BA350706-A603-49C9-97E5-EE280711EC55}" type="pres">
      <dgm:prSet presAssocID="{767D041D-002D-4073-8636-9B7D4613ACC4}" presName="FiveNodes_1_text" presStyleLbl="node1" presStyleIdx="4" presStyleCnt="5">
        <dgm:presLayoutVars>
          <dgm:bulletEnabled val="1"/>
        </dgm:presLayoutVars>
      </dgm:prSet>
      <dgm:spPr/>
    </dgm:pt>
    <dgm:pt modelId="{8FA1E189-EFB9-4A1E-AF19-0F04677AF9EC}" type="pres">
      <dgm:prSet presAssocID="{767D041D-002D-4073-8636-9B7D4613ACC4}" presName="FiveNodes_2_text" presStyleLbl="node1" presStyleIdx="4" presStyleCnt="5">
        <dgm:presLayoutVars>
          <dgm:bulletEnabled val="1"/>
        </dgm:presLayoutVars>
      </dgm:prSet>
      <dgm:spPr/>
    </dgm:pt>
    <dgm:pt modelId="{F87D875B-D6BE-405E-AD3C-73ECA884BDA0}" type="pres">
      <dgm:prSet presAssocID="{767D041D-002D-4073-8636-9B7D4613ACC4}" presName="FiveNodes_3_text" presStyleLbl="node1" presStyleIdx="4" presStyleCnt="5">
        <dgm:presLayoutVars>
          <dgm:bulletEnabled val="1"/>
        </dgm:presLayoutVars>
      </dgm:prSet>
      <dgm:spPr/>
    </dgm:pt>
    <dgm:pt modelId="{97609ED3-4554-4429-9714-84610335B412}" type="pres">
      <dgm:prSet presAssocID="{767D041D-002D-4073-8636-9B7D4613ACC4}" presName="FiveNodes_4_text" presStyleLbl="node1" presStyleIdx="4" presStyleCnt="5">
        <dgm:presLayoutVars>
          <dgm:bulletEnabled val="1"/>
        </dgm:presLayoutVars>
      </dgm:prSet>
      <dgm:spPr/>
    </dgm:pt>
    <dgm:pt modelId="{19111E5B-D235-437A-AD91-2ECDE45CDCDB}" type="pres">
      <dgm:prSet presAssocID="{767D041D-002D-4073-8636-9B7D4613ACC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1DDB113-4C49-4892-93C1-08464A7C63C3}" type="presOf" srcId="{C3E5CF87-FFDD-4416-A8D8-EBA68F53BF02}" destId="{97609ED3-4554-4429-9714-84610335B412}" srcOrd="1" destOrd="0" presId="urn:microsoft.com/office/officeart/2005/8/layout/vProcess5"/>
    <dgm:cxn modelId="{6E29F035-BC88-4191-B8C6-364E791B31D8}" type="presOf" srcId="{C3E5CF87-FFDD-4416-A8D8-EBA68F53BF02}" destId="{9450ABE0-234A-47D0-961B-DE9F76E23B33}" srcOrd="0" destOrd="0" presId="urn:microsoft.com/office/officeart/2005/8/layout/vProcess5"/>
    <dgm:cxn modelId="{6CD7153D-7208-44AC-8BAB-9556ADF29F0F}" srcId="{767D041D-002D-4073-8636-9B7D4613ACC4}" destId="{749B3AAA-CAF1-479C-AFDF-00149099DC52}" srcOrd="2" destOrd="0" parTransId="{CE53E5B3-A3C2-45DD-AC42-412D52ED649A}" sibTransId="{154B11C3-D4C1-4E58-AC37-EF25B7AA4E49}"/>
    <dgm:cxn modelId="{1DD09241-375B-4BB8-B955-6088A45C414B}" srcId="{767D041D-002D-4073-8636-9B7D4613ACC4}" destId="{91DE5AFF-9CC0-4CDE-BD41-2E6EED15B433}" srcOrd="1" destOrd="0" parTransId="{691D1337-24CF-4584-B678-E42781E1ED26}" sibTransId="{26E22CAA-AEEA-45D0-9BF9-9E7FB56BCC39}"/>
    <dgm:cxn modelId="{30C2EB42-2119-4A17-BBDE-9B5640AF32F3}" type="presOf" srcId="{154B11C3-D4C1-4E58-AC37-EF25B7AA4E49}" destId="{88AF12DD-DA51-41FE-AC6A-F862501DFD71}" srcOrd="0" destOrd="0" presId="urn:microsoft.com/office/officeart/2005/8/layout/vProcess5"/>
    <dgm:cxn modelId="{332B0C46-966C-493C-A5D7-FE9BD8298D28}" srcId="{767D041D-002D-4073-8636-9B7D4613ACC4}" destId="{301B5E23-955E-4724-97F6-BBDD5A1B2BC4}" srcOrd="4" destOrd="0" parTransId="{271DC458-C87E-4C39-BD09-431FD03D81AB}" sibTransId="{102CD431-16F0-4B55-AFAB-824BEF0E7DCC}"/>
    <dgm:cxn modelId="{55FDB148-1D21-490D-BF56-E8AB7A4740B8}" type="presOf" srcId="{749B3AAA-CAF1-479C-AFDF-00149099DC52}" destId="{BEB42839-0256-44D6-B8A9-87897E7C732E}" srcOrd="0" destOrd="0" presId="urn:microsoft.com/office/officeart/2005/8/layout/vProcess5"/>
    <dgm:cxn modelId="{3C55454B-4FF0-4E1A-B19E-3830DD729096}" type="presOf" srcId="{AF2B0E77-953C-47A2-83EC-0EA1DA2A936E}" destId="{040C5075-F99E-4766-A2FF-95B3D0509DF2}" srcOrd="0" destOrd="0" presId="urn:microsoft.com/office/officeart/2005/8/layout/vProcess5"/>
    <dgm:cxn modelId="{BA74AF72-B976-49F1-817F-E656946177BB}" type="presOf" srcId="{301B5E23-955E-4724-97F6-BBDD5A1B2BC4}" destId="{19111E5B-D235-437A-AD91-2ECDE45CDCDB}" srcOrd="1" destOrd="0" presId="urn:microsoft.com/office/officeart/2005/8/layout/vProcess5"/>
    <dgm:cxn modelId="{A695DB74-A40D-4734-BF41-C916F6AF7DCA}" srcId="{767D041D-002D-4073-8636-9B7D4613ACC4}" destId="{C3E5CF87-FFDD-4416-A8D8-EBA68F53BF02}" srcOrd="3" destOrd="0" parTransId="{54A0D7CE-186A-487D-800D-B5A294DF12B9}" sibTransId="{2C239F0A-B72B-45C2-B35C-6B85A7635F21}"/>
    <dgm:cxn modelId="{C101D555-BFC8-4884-8DBF-CD048B5C9EA4}" type="presOf" srcId="{EF07B4C7-0753-4A69-B228-1BDFC7011E1D}" destId="{16655EF6-6403-4AEE-B2C7-942F39237992}" srcOrd="0" destOrd="0" presId="urn:microsoft.com/office/officeart/2005/8/layout/vProcess5"/>
    <dgm:cxn modelId="{679D057F-1267-43E5-A6FD-F756B78ECDC5}" srcId="{767D041D-002D-4073-8636-9B7D4613ACC4}" destId="{EF07B4C7-0753-4A69-B228-1BDFC7011E1D}" srcOrd="0" destOrd="0" parTransId="{DDD39D35-3E93-418E-887A-9186AC7A319A}" sibTransId="{AF2B0E77-953C-47A2-83EC-0EA1DA2A936E}"/>
    <dgm:cxn modelId="{4D30BC8F-2616-4A2F-BA6A-67E092A42DF5}" type="presOf" srcId="{301B5E23-955E-4724-97F6-BBDD5A1B2BC4}" destId="{F4B1B15A-E507-404B-B550-44B339EA7D67}" srcOrd="0" destOrd="0" presId="urn:microsoft.com/office/officeart/2005/8/layout/vProcess5"/>
    <dgm:cxn modelId="{D88A3F99-0F3A-426E-A516-32A3231F2917}" type="presOf" srcId="{2C239F0A-B72B-45C2-B35C-6B85A7635F21}" destId="{0224301F-2008-44FB-B291-57EFB8636882}" srcOrd="0" destOrd="0" presId="urn:microsoft.com/office/officeart/2005/8/layout/vProcess5"/>
    <dgm:cxn modelId="{EED9A8B4-B51D-426E-96A2-47C7C0DEFB59}" type="presOf" srcId="{91DE5AFF-9CC0-4CDE-BD41-2E6EED15B433}" destId="{8FA1E189-EFB9-4A1E-AF19-0F04677AF9EC}" srcOrd="1" destOrd="0" presId="urn:microsoft.com/office/officeart/2005/8/layout/vProcess5"/>
    <dgm:cxn modelId="{3BB46CC8-68DE-49C6-A0DD-9E6CE3556485}" type="presOf" srcId="{767D041D-002D-4073-8636-9B7D4613ACC4}" destId="{DC0B3F12-D976-4A55-84FF-27D9BBD9C9BA}" srcOrd="0" destOrd="0" presId="urn:microsoft.com/office/officeart/2005/8/layout/vProcess5"/>
    <dgm:cxn modelId="{D162CDD2-13A1-493B-AC45-E01870652CA4}" type="presOf" srcId="{749B3AAA-CAF1-479C-AFDF-00149099DC52}" destId="{F87D875B-D6BE-405E-AD3C-73ECA884BDA0}" srcOrd="1" destOrd="0" presId="urn:microsoft.com/office/officeart/2005/8/layout/vProcess5"/>
    <dgm:cxn modelId="{13370AD3-BB90-47D7-804F-7C052AB9D82F}" type="presOf" srcId="{91DE5AFF-9CC0-4CDE-BD41-2E6EED15B433}" destId="{919F5E28-793E-44F1-860C-2BDE120605F9}" srcOrd="0" destOrd="0" presId="urn:microsoft.com/office/officeart/2005/8/layout/vProcess5"/>
    <dgm:cxn modelId="{B6B9AED6-E47B-413D-9C44-E2CDB9B06542}" type="presOf" srcId="{26E22CAA-AEEA-45D0-9BF9-9E7FB56BCC39}" destId="{55BEFE2C-5E61-49EC-AC76-EED400D2D5D9}" srcOrd="0" destOrd="0" presId="urn:microsoft.com/office/officeart/2005/8/layout/vProcess5"/>
    <dgm:cxn modelId="{C2ABA7EC-8AC4-48BA-B752-07DF31BA418F}" type="presOf" srcId="{EF07B4C7-0753-4A69-B228-1BDFC7011E1D}" destId="{BA350706-A603-49C9-97E5-EE280711EC55}" srcOrd="1" destOrd="0" presId="urn:microsoft.com/office/officeart/2005/8/layout/vProcess5"/>
    <dgm:cxn modelId="{2FD81E16-48F2-4DF3-A578-E158E822E017}" type="presParOf" srcId="{DC0B3F12-D976-4A55-84FF-27D9BBD9C9BA}" destId="{82A45170-5F9C-4EEB-B9A2-B95CF397C13E}" srcOrd="0" destOrd="0" presId="urn:microsoft.com/office/officeart/2005/8/layout/vProcess5"/>
    <dgm:cxn modelId="{5C1C27C8-1719-496A-BE2A-47EF084788DF}" type="presParOf" srcId="{DC0B3F12-D976-4A55-84FF-27D9BBD9C9BA}" destId="{16655EF6-6403-4AEE-B2C7-942F39237992}" srcOrd="1" destOrd="0" presId="urn:microsoft.com/office/officeart/2005/8/layout/vProcess5"/>
    <dgm:cxn modelId="{4EB1B354-5F00-4235-91C0-06E15214DD6D}" type="presParOf" srcId="{DC0B3F12-D976-4A55-84FF-27D9BBD9C9BA}" destId="{919F5E28-793E-44F1-860C-2BDE120605F9}" srcOrd="2" destOrd="0" presId="urn:microsoft.com/office/officeart/2005/8/layout/vProcess5"/>
    <dgm:cxn modelId="{5D9B1DD3-28E6-495C-9999-77A03CAA7446}" type="presParOf" srcId="{DC0B3F12-D976-4A55-84FF-27D9BBD9C9BA}" destId="{BEB42839-0256-44D6-B8A9-87897E7C732E}" srcOrd="3" destOrd="0" presId="urn:microsoft.com/office/officeart/2005/8/layout/vProcess5"/>
    <dgm:cxn modelId="{8C64F620-F178-47B0-8390-ADC4B74C9DE6}" type="presParOf" srcId="{DC0B3F12-D976-4A55-84FF-27D9BBD9C9BA}" destId="{9450ABE0-234A-47D0-961B-DE9F76E23B33}" srcOrd="4" destOrd="0" presId="urn:microsoft.com/office/officeart/2005/8/layout/vProcess5"/>
    <dgm:cxn modelId="{2092A080-A1E8-495C-9F00-8DFC1458021C}" type="presParOf" srcId="{DC0B3F12-D976-4A55-84FF-27D9BBD9C9BA}" destId="{F4B1B15A-E507-404B-B550-44B339EA7D67}" srcOrd="5" destOrd="0" presId="urn:microsoft.com/office/officeart/2005/8/layout/vProcess5"/>
    <dgm:cxn modelId="{19506BAE-EF2B-4926-ABE1-8465067BD334}" type="presParOf" srcId="{DC0B3F12-D976-4A55-84FF-27D9BBD9C9BA}" destId="{040C5075-F99E-4766-A2FF-95B3D0509DF2}" srcOrd="6" destOrd="0" presId="urn:microsoft.com/office/officeart/2005/8/layout/vProcess5"/>
    <dgm:cxn modelId="{17F15721-FA7E-4754-B50D-4481BD1ED752}" type="presParOf" srcId="{DC0B3F12-D976-4A55-84FF-27D9BBD9C9BA}" destId="{55BEFE2C-5E61-49EC-AC76-EED400D2D5D9}" srcOrd="7" destOrd="0" presId="urn:microsoft.com/office/officeart/2005/8/layout/vProcess5"/>
    <dgm:cxn modelId="{9B1124CD-81F9-4C54-B44C-A08ED3A8F168}" type="presParOf" srcId="{DC0B3F12-D976-4A55-84FF-27D9BBD9C9BA}" destId="{88AF12DD-DA51-41FE-AC6A-F862501DFD71}" srcOrd="8" destOrd="0" presId="urn:microsoft.com/office/officeart/2005/8/layout/vProcess5"/>
    <dgm:cxn modelId="{F4D18428-D5CB-4191-AB1F-0E6FF546136F}" type="presParOf" srcId="{DC0B3F12-D976-4A55-84FF-27D9BBD9C9BA}" destId="{0224301F-2008-44FB-B291-57EFB8636882}" srcOrd="9" destOrd="0" presId="urn:microsoft.com/office/officeart/2005/8/layout/vProcess5"/>
    <dgm:cxn modelId="{83C614A3-3AD3-4BE3-9F2D-30F64A2693CA}" type="presParOf" srcId="{DC0B3F12-D976-4A55-84FF-27D9BBD9C9BA}" destId="{BA350706-A603-49C9-97E5-EE280711EC55}" srcOrd="10" destOrd="0" presId="urn:microsoft.com/office/officeart/2005/8/layout/vProcess5"/>
    <dgm:cxn modelId="{BECE3780-8BAE-4EE8-B757-62DB71F9891B}" type="presParOf" srcId="{DC0B3F12-D976-4A55-84FF-27D9BBD9C9BA}" destId="{8FA1E189-EFB9-4A1E-AF19-0F04677AF9EC}" srcOrd="11" destOrd="0" presId="urn:microsoft.com/office/officeart/2005/8/layout/vProcess5"/>
    <dgm:cxn modelId="{3FF8A1BC-8E5B-478D-A263-38D03FC28ECF}" type="presParOf" srcId="{DC0B3F12-D976-4A55-84FF-27D9BBD9C9BA}" destId="{F87D875B-D6BE-405E-AD3C-73ECA884BDA0}" srcOrd="12" destOrd="0" presId="urn:microsoft.com/office/officeart/2005/8/layout/vProcess5"/>
    <dgm:cxn modelId="{9638FD09-E37B-43C1-83F8-849D2EC92C40}" type="presParOf" srcId="{DC0B3F12-D976-4A55-84FF-27D9BBD9C9BA}" destId="{97609ED3-4554-4429-9714-84610335B412}" srcOrd="13" destOrd="0" presId="urn:microsoft.com/office/officeart/2005/8/layout/vProcess5"/>
    <dgm:cxn modelId="{A22DAB5A-6C35-48D6-9D88-17DF1D6A3176}" type="presParOf" srcId="{DC0B3F12-D976-4A55-84FF-27D9BBD9C9BA}" destId="{19111E5B-D235-437A-AD91-2ECDE45CDCD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F3BCC3-0183-4766-9F7F-EE21B071630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866FDF7-C205-48BC-BA01-CD0F2BB4DE84}">
      <dgm:prSet/>
      <dgm:spPr/>
      <dgm:t>
        <a:bodyPr/>
        <a:lstStyle/>
        <a:p>
          <a:pPr>
            <a:defRPr cap="all"/>
          </a:pPr>
          <a:r>
            <a:rPr lang="en-US"/>
            <a:t>• Classification Goal: Predict customers most likely to respond to direct mail.</a:t>
          </a:r>
        </a:p>
      </dgm:t>
    </dgm:pt>
    <dgm:pt modelId="{34AC8A27-D29B-4203-846C-42DBF97FBF61}" type="parTrans" cxnId="{3FB176AB-EA74-48D0-93A2-6EE2F6A5219A}">
      <dgm:prSet/>
      <dgm:spPr/>
      <dgm:t>
        <a:bodyPr/>
        <a:lstStyle/>
        <a:p>
          <a:endParaRPr lang="en-US"/>
        </a:p>
      </dgm:t>
    </dgm:pt>
    <dgm:pt modelId="{7A986597-B96B-43B2-92E3-48C623F93EE3}" type="sibTrans" cxnId="{3FB176AB-EA74-48D0-93A2-6EE2F6A5219A}">
      <dgm:prSet/>
      <dgm:spPr/>
      <dgm:t>
        <a:bodyPr/>
        <a:lstStyle/>
        <a:p>
          <a:endParaRPr lang="en-US"/>
        </a:p>
      </dgm:t>
    </dgm:pt>
    <dgm:pt modelId="{2DB089F7-2C99-4B18-B2A4-8C706CCABE32}">
      <dgm:prSet/>
      <dgm:spPr/>
      <dgm:t>
        <a:bodyPr/>
        <a:lstStyle/>
        <a:p>
          <a:pPr>
            <a:defRPr cap="all"/>
          </a:pPr>
          <a:r>
            <a:rPr lang="en-US"/>
            <a:t>• Clustering Goal: Segment customers by spending, frequency, and recency.</a:t>
          </a:r>
        </a:p>
      </dgm:t>
    </dgm:pt>
    <dgm:pt modelId="{1A5A1998-1324-4EF4-B9C7-EB06FF824DA2}" type="parTrans" cxnId="{612C5746-52F0-40BC-8516-7D4E7E6615AB}">
      <dgm:prSet/>
      <dgm:spPr/>
      <dgm:t>
        <a:bodyPr/>
        <a:lstStyle/>
        <a:p>
          <a:endParaRPr lang="en-US"/>
        </a:p>
      </dgm:t>
    </dgm:pt>
    <dgm:pt modelId="{DECA958E-D1DD-492A-92E4-18FA5DDE742C}" type="sibTrans" cxnId="{612C5746-52F0-40BC-8516-7D4E7E6615AB}">
      <dgm:prSet/>
      <dgm:spPr/>
      <dgm:t>
        <a:bodyPr/>
        <a:lstStyle/>
        <a:p>
          <a:endParaRPr lang="en-US"/>
        </a:p>
      </dgm:t>
    </dgm:pt>
    <dgm:pt modelId="{29E9D8D4-E190-4934-ADF6-CAC5B7D23431}">
      <dgm:prSet/>
      <dgm:spPr/>
      <dgm:t>
        <a:bodyPr/>
        <a:lstStyle/>
        <a:p>
          <a:pPr>
            <a:defRPr cap="all"/>
          </a:pPr>
          <a:r>
            <a:rPr lang="en-US"/>
            <a:t>• Measurement: Accuracy, Sensitivity, Specificity, Precision, Silhouette Score.</a:t>
          </a:r>
        </a:p>
      </dgm:t>
    </dgm:pt>
    <dgm:pt modelId="{546F5408-2DDC-4383-B4CA-6A90FE8A6017}" type="parTrans" cxnId="{BC8D4B08-FC55-4969-B8E8-838C2996FD19}">
      <dgm:prSet/>
      <dgm:spPr/>
      <dgm:t>
        <a:bodyPr/>
        <a:lstStyle/>
        <a:p>
          <a:endParaRPr lang="en-US"/>
        </a:p>
      </dgm:t>
    </dgm:pt>
    <dgm:pt modelId="{FD567A0B-5C4F-4C02-AA60-49DD25070DF6}" type="sibTrans" cxnId="{BC8D4B08-FC55-4969-B8E8-838C2996FD19}">
      <dgm:prSet/>
      <dgm:spPr/>
      <dgm:t>
        <a:bodyPr/>
        <a:lstStyle/>
        <a:p>
          <a:endParaRPr lang="en-US"/>
        </a:p>
      </dgm:t>
    </dgm:pt>
    <dgm:pt modelId="{1512FD14-DD9D-4332-93C9-CCF5AAE32246}">
      <dgm:prSet/>
      <dgm:spPr/>
      <dgm:t>
        <a:bodyPr/>
        <a:lstStyle/>
        <a:p>
          <a:pPr>
            <a:defRPr cap="all"/>
          </a:pPr>
          <a:r>
            <a:rPr lang="en-US"/>
            <a:t>supporting </a:t>
          </a:r>
          <a:r>
            <a:rPr lang="en-US" dirty="0"/>
            <a:t>revenue growth through evidence-based targeting.</a:t>
          </a:r>
        </a:p>
      </dgm:t>
    </dgm:pt>
    <dgm:pt modelId="{46EA2533-31EC-461A-B443-AAE455DE875E}" type="parTrans" cxnId="{8F2FB7B1-9C4A-44F1-8651-49F196996189}">
      <dgm:prSet/>
      <dgm:spPr/>
      <dgm:t>
        <a:bodyPr/>
        <a:lstStyle/>
        <a:p>
          <a:endParaRPr lang="en-US"/>
        </a:p>
      </dgm:t>
    </dgm:pt>
    <dgm:pt modelId="{C7CB8366-02F7-434A-BB35-FCABD09DE5D9}" type="sibTrans" cxnId="{8F2FB7B1-9C4A-44F1-8651-49F196996189}">
      <dgm:prSet/>
      <dgm:spPr/>
      <dgm:t>
        <a:bodyPr/>
        <a:lstStyle/>
        <a:p>
          <a:endParaRPr lang="en-US"/>
        </a:p>
      </dgm:t>
    </dgm:pt>
    <dgm:pt modelId="{E3AAB73C-C7A8-4015-A1A2-80ECD6B0863F}" type="pres">
      <dgm:prSet presAssocID="{C3F3BCC3-0183-4766-9F7F-EE21B0716307}" presName="root" presStyleCnt="0">
        <dgm:presLayoutVars>
          <dgm:dir/>
          <dgm:resizeHandles val="exact"/>
        </dgm:presLayoutVars>
      </dgm:prSet>
      <dgm:spPr/>
    </dgm:pt>
    <dgm:pt modelId="{A666EB42-774D-40CE-A5A6-FB860E1716CB}" type="pres">
      <dgm:prSet presAssocID="{9866FDF7-C205-48BC-BA01-CD0F2BB4DE84}" presName="compNode" presStyleCnt="0"/>
      <dgm:spPr/>
    </dgm:pt>
    <dgm:pt modelId="{8241B0BB-97AD-4801-B616-1265B1EC4315}" type="pres">
      <dgm:prSet presAssocID="{9866FDF7-C205-48BC-BA01-CD0F2BB4DE84}" presName="iconBgRect" presStyleLbl="bgShp" presStyleIdx="0" presStyleCnt="4"/>
      <dgm:spPr/>
    </dgm:pt>
    <dgm:pt modelId="{68427FFD-CA44-4250-8BB0-5E3F231122EF}" type="pres">
      <dgm:prSet presAssocID="{9866FDF7-C205-48BC-BA01-CD0F2BB4DE8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CC3C0A6C-8366-447C-B69F-EB4ADD93C5D1}" type="pres">
      <dgm:prSet presAssocID="{9866FDF7-C205-48BC-BA01-CD0F2BB4DE84}" presName="spaceRect" presStyleCnt="0"/>
      <dgm:spPr/>
    </dgm:pt>
    <dgm:pt modelId="{33F02B93-6F94-450D-878E-933EEEF2E166}" type="pres">
      <dgm:prSet presAssocID="{9866FDF7-C205-48BC-BA01-CD0F2BB4DE84}" presName="textRect" presStyleLbl="revTx" presStyleIdx="0" presStyleCnt="4">
        <dgm:presLayoutVars>
          <dgm:chMax val="1"/>
          <dgm:chPref val="1"/>
        </dgm:presLayoutVars>
      </dgm:prSet>
      <dgm:spPr/>
    </dgm:pt>
    <dgm:pt modelId="{CFBBBF37-7DF6-4B2C-8803-00CDA9693564}" type="pres">
      <dgm:prSet presAssocID="{7A986597-B96B-43B2-92E3-48C623F93EE3}" presName="sibTrans" presStyleCnt="0"/>
      <dgm:spPr/>
    </dgm:pt>
    <dgm:pt modelId="{D8C0CDD8-7D71-4634-BA25-332FB745E989}" type="pres">
      <dgm:prSet presAssocID="{2DB089F7-2C99-4B18-B2A4-8C706CCABE32}" presName="compNode" presStyleCnt="0"/>
      <dgm:spPr/>
    </dgm:pt>
    <dgm:pt modelId="{8A756487-0C3D-4717-B83B-518A0A7C1E55}" type="pres">
      <dgm:prSet presAssocID="{2DB089F7-2C99-4B18-B2A4-8C706CCABE32}" presName="iconBgRect" presStyleLbl="bgShp" presStyleIdx="1" presStyleCnt="4"/>
      <dgm:spPr/>
    </dgm:pt>
    <dgm:pt modelId="{4C1C1D45-EFC6-4202-B261-A6092C376A44}" type="pres">
      <dgm:prSet presAssocID="{2DB089F7-2C99-4B18-B2A4-8C706CCABE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97299982-2DAE-4F98-8C41-CED031B11412}" type="pres">
      <dgm:prSet presAssocID="{2DB089F7-2C99-4B18-B2A4-8C706CCABE32}" presName="spaceRect" presStyleCnt="0"/>
      <dgm:spPr/>
    </dgm:pt>
    <dgm:pt modelId="{63B90F19-5B20-4736-BB78-2AAF27D28DA8}" type="pres">
      <dgm:prSet presAssocID="{2DB089F7-2C99-4B18-B2A4-8C706CCABE32}" presName="textRect" presStyleLbl="revTx" presStyleIdx="1" presStyleCnt="4">
        <dgm:presLayoutVars>
          <dgm:chMax val="1"/>
          <dgm:chPref val="1"/>
        </dgm:presLayoutVars>
      </dgm:prSet>
      <dgm:spPr/>
    </dgm:pt>
    <dgm:pt modelId="{C9A4B056-E7CB-4349-925E-B29E0E3CCAC7}" type="pres">
      <dgm:prSet presAssocID="{DECA958E-D1DD-492A-92E4-18FA5DDE742C}" presName="sibTrans" presStyleCnt="0"/>
      <dgm:spPr/>
    </dgm:pt>
    <dgm:pt modelId="{907F7EF4-8702-49B1-A092-520700B9B3C7}" type="pres">
      <dgm:prSet presAssocID="{29E9D8D4-E190-4934-ADF6-CAC5B7D23431}" presName="compNode" presStyleCnt="0"/>
      <dgm:spPr/>
    </dgm:pt>
    <dgm:pt modelId="{028F5E39-052A-442C-8DA2-13160BD0C304}" type="pres">
      <dgm:prSet presAssocID="{29E9D8D4-E190-4934-ADF6-CAC5B7D23431}" presName="iconBgRect" presStyleLbl="bgShp" presStyleIdx="2" presStyleCnt="4"/>
      <dgm:spPr/>
    </dgm:pt>
    <dgm:pt modelId="{C8B35FF0-DC1C-4A44-B599-759C5250C15B}" type="pres">
      <dgm:prSet presAssocID="{29E9D8D4-E190-4934-ADF6-CAC5B7D234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A1E8DBE5-7B46-4090-8A5C-32B4C13BE5DD}" type="pres">
      <dgm:prSet presAssocID="{29E9D8D4-E190-4934-ADF6-CAC5B7D23431}" presName="spaceRect" presStyleCnt="0"/>
      <dgm:spPr/>
    </dgm:pt>
    <dgm:pt modelId="{C71667A6-2DEB-42CA-853D-A76918F491E0}" type="pres">
      <dgm:prSet presAssocID="{29E9D8D4-E190-4934-ADF6-CAC5B7D23431}" presName="textRect" presStyleLbl="revTx" presStyleIdx="2" presStyleCnt="4">
        <dgm:presLayoutVars>
          <dgm:chMax val="1"/>
          <dgm:chPref val="1"/>
        </dgm:presLayoutVars>
      </dgm:prSet>
      <dgm:spPr/>
    </dgm:pt>
    <dgm:pt modelId="{97B83A18-333C-4B3E-981C-D7877EF3C392}" type="pres">
      <dgm:prSet presAssocID="{FD567A0B-5C4F-4C02-AA60-49DD25070DF6}" presName="sibTrans" presStyleCnt="0"/>
      <dgm:spPr/>
    </dgm:pt>
    <dgm:pt modelId="{953097C1-42F6-4F1B-80A5-3FC301944E0F}" type="pres">
      <dgm:prSet presAssocID="{1512FD14-DD9D-4332-93C9-CCF5AAE32246}" presName="compNode" presStyleCnt="0"/>
      <dgm:spPr/>
    </dgm:pt>
    <dgm:pt modelId="{4E3E2745-9B82-4FF8-8DD1-F4A245A13CD6}" type="pres">
      <dgm:prSet presAssocID="{1512FD14-DD9D-4332-93C9-CCF5AAE32246}" presName="iconBgRect" presStyleLbl="bgShp" presStyleIdx="3" presStyleCnt="4"/>
      <dgm:spPr/>
    </dgm:pt>
    <dgm:pt modelId="{424F28D4-3646-49EB-BAD9-404585078066}" type="pres">
      <dgm:prSet presAssocID="{1512FD14-DD9D-4332-93C9-CCF5AAE322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2FEE713-1616-4804-AB57-C47AA13FB251}" type="pres">
      <dgm:prSet presAssocID="{1512FD14-DD9D-4332-93C9-CCF5AAE32246}" presName="spaceRect" presStyleCnt="0"/>
      <dgm:spPr/>
    </dgm:pt>
    <dgm:pt modelId="{E140D16D-2FBE-4A4D-8AF4-99210EF80211}" type="pres">
      <dgm:prSet presAssocID="{1512FD14-DD9D-4332-93C9-CCF5AAE3224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8D4B08-FC55-4969-B8E8-838C2996FD19}" srcId="{C3F3BCC3-0183-4766-9F7F-EE21B0716307}" destId="{29E9D8D4-E190-4934-ADF6-CAC5B7D23431}" srcOrd="2" destOrd="0" parTransId="{546F5408-2DDC-4383-B4CA-6A90FE8A6017}" sibTransId="{FD567A0B-5C4F-4C02-AA60-49DD25070DF6}"/>
    <dgm:cxn modelId="{09417C0E-2B5C-45C0-B570-3B551D0E6CEB}" type="presOf" srcId="{9866FDF7-C205-48BC-BA01-CD0F2BB4DE84}" destId="{33F02B93-6F94-450D-878E-933EEEF2E166}" srcOrd="0" destOrd="0" presId="urn:microsoft.com/office/officeart/2018/5/layout/IconCircleLabelList"/>
    <dgm:cxn modelId="{19CE6F34-B091-45EA-A67F-10D65E3FA697}" type="presOf" srcId="{2DB089F7-2C99-4B18-B2A4-8C706CCABE32}" destId="{63B90F19-5B20-4736-BB78-2AAF27D28DA8}" srcOrd="0" destOrd="0" presId="urn:microsoft.com/office/officeart/2018/5/layout/IconCircleLabelList"/>
    <dgm:cxn modelId="{612C5746-52F0-40BC-8516-7D4E7E6615AB}" srcId="{C3F3BCC3-0183-4766-9F7F-EE21B0716307}" destId="{2DB089F7-2C99-4B18-B2A4-8C706CCABE32}" srcOrd="1" destOrd="0" parTransId="{1A5A1998-1324-4EF4-B9C7-EB06FF824DA2}" sibTransId="{DECA958E-D1DD-492A-92E4-18FA5DDE742C}"/>
    <dgm:cxn modelId="{4214A64E-CEA4-4141-B1C7-ECBA63012AA6}" type="presOf" srcId="{29E9D8D4-E190-4934-ADF6-CAC5B7D23431}" destId="{C71667A6-2DEB-42CA-853D-A76918F491E0}" srcOrd="0" destOrd="0" presId="urn:microsoft.com/office/officeart/2018/5/layout/IconCircleLabelList"/>
    <dgm:cxn modelId="{A0020E50-BD52-480D-9F00-FA607C84F7A5}" type="presOf" srcId="{C3F3BCC3-0183-4766-9F7F-EE21B0716307}" destId="{E3AAB73C-C7A8-4015-A1A2-80ECD6B0863F}" srcOrd="0" destOrd="0" presId="urn:microsoft.com/office/officeart/2018/5/layout/IconCircleLabelList"/>
    <dgm:cxn modelId="{379B7082-129D-4E9E-9A41-5BD2EB8705DB}" type="presOf" srcId="{1512FD14-DD9D-4332-93C9-CCF5AAE32246}" destId="{E140D16D-2FBE-4A4D-8AF4-99210EF80211}" srcOrd="0" destOrd="0" presId="urn:microsoft.com/office/officeart/2018/5/layout/IconCircleLabelList"/>
    <dgm:cxn modelId="{3FB176AB-EA74-48D0-93A2-6EE2F6A5219A}" srcId="{C3F3BCC3-0183-4766-9F7F-EE21B0716307}" destId="{9866FDF7-C205-48BC-BA01-CD0F2BB4DE84}" srcOrd="0" destOrd="0" parTransId="{34AC8A27-D29B-4203-846C-42DBF97FBF61}" sibTransId="{7A986597-B96B-43B2-92E3-48C623F93EE3}"/>
    <dgm:cxn modelId="{8F2FB7B1-9C4A-44F1-8651-49F196996189}" srcId="{C3F3BCC3-0183-4766-9F7F-EE21B0716307}" destId="{1512FD14-DD9D-4332-93C9-CCF5AAE32246}" srcOrd="3" destOrd="0" parTransId="{46EA2533-31EC-461A-B443-AAE455DE875E}" sibTransId="{C7CB8366-02F7-434A-BB35-FCABD09DE5D9}"/>
    <dgm:cxn modelId="{99B7B598-EC2F-4C0E-9490-99C6704DFC68}" type="presParOf" srcId="{E3AAB73C-C7A8-4015-A1A2-80ECD6B0863F}" destId="{A666EB42-774D-40CE-A5A6-FB860E1716CB}" srcOrd="0" destOrd="0" presId="urn:microsoft.com/office/officeart/2018/5/layout/IconCircleLabelList"/>
    <dgm:cxn modelId="{4948D39A-A0F0-4E04-8DFF-BE7711B26D27}" type="presParOf" srcId="{A666EB42-774D-40CE-A5A6-FB860E1716CB}" destId="{8241B0BB-97AD-4801-B616-1265B1EC4315}" srcOrd="0" destOrd="0" presId="urn:microsoft.com/office/officeart/2018/5/layout/IconCircleLabelList"/>
    <dgm:cxn modelId="{8347F4BB-199A-49CB-ADE1-4138FAE25542}" type="presParOf" srcId="{A666EB42-774D-40CE-A5A6-FB860E1716CB}" destId="{68427FFD-CA44-4250-8BB0-5E3F231122EF}" srcOrd="1" destOrd="0" presId="urn:microsoft.com/office/officeart/2018/5/layout/IconCircleLabelList"/>
    <dgm:cxn modelId="{124ADA52-F42F-46EC-A889-A47A4573FC58}" type="presParOf" srcId="{A666EB42-774D-40CE-A5A6-FB860E1716CB}" destId="{CC3C0A6C-8366-447C-B69F-EB4ADD93C5D1}" srcOrd="2" destOrd="0" presId="urn:microsoft.com/office/officeart/2018/5/layout/IconCircleLabelList"/>
    <dgm:cxn modelId="{16ADE18C-B601-4002-A7AF-FCAF92D20027}" type="presParOf" srcId="{A666EB42-774D-40CE-A5A6-FB860E1716CB}" destId="{33F02B93-6F94-450D-878E-933EEEF2E166}" srcOrd="3" destOrd="0" presId="urn:microsoft.com/office/officeart/2018/5/layout/IconCircleLabelList"/>
    <dgm:cxn modelId="{CBF63818-AB48-4E4D-A068-43D9BF494A18}" type="presParOf" srcId="{E3AAB73C-C7A8-4015-A1A2-80ECD6B0863F}" destId="{CFBBBF37-7DF6-4B2C-8803-00CDA9693564}" srcOrd="1" destOrd="0" presId="urn:microsoft.com/office/officeart/2018/5/layout/IconCircleLabelList"/>
    <dgm:cxn modelId="{229506EE-A80D-4D13-865A-4942FEB991E5}" type="presParOf" srcId="{E3AAB73C-C7A8-4015-A1A2-80ECD6B0863F}" destId="{D8C0CDD8-7D71-4634-BA25-332FB745E989}" srcOrd="2" destOrd="0" presId="urn:microsoft.com/office/officeart/2018/5/layout/IconCircleLabelList"/>
    <dgm:cxn modelId="{44A2C76B-9DB6-4AB0-AA6B-4AEE5A60ECEB}" type="presParOf" srcId="{D8C0CDD8-7D71-4634-BA25-332FB745E989}" destId="{8A756487-0C3D-4717-B83B-518A0A7C1E55}" srcOrd="0" destOrd="0" presId="urn:microsoft.com/office/officeart/2018/5/layout/IconCircleLabelList"/>
    <dgm:cxn modelId="{D2C7BAB2-EEC3-4927-BA96-DC18B6CB9DE8}" type="presParOf" srcId="{D8C0CDD8-7D71-4634-BA25-332FB745E989}" destId="{4C1C1D45-EFC6-4202-B261-A6092C376A44}" srcOrd="1" destOrd="0" presId="urn:microsoft.com/office/officeart/2018/5/layout/IconCircleLabelList"/>
    <dgm:cxn modelId="{D12D76F5-1A48-44D5-8FA5-2254AE77FD75}" type="presParOf" srcId="{D8C0CDD8-7D71-4634-BA25-332FB745E989}" destId="{97299982-2DAE-4F98-8C41-CED031B11412}" srcOrd="2" destOrd="0" presId="urn:microsoft.com/office/officeart/2018/5/layout/IconCircleLabelList"/>
    <dgm:cxn modelId="{E413AAFD-9CEE-4F33-9975-C6F64FEF3B05}" type="presParOf" srcId="{D8C0CDD8-7D71-4634-BA25-332FB745E989}" destId="{63B90F19-5B20-4736-BB78-2AAF27D28DA8}" srcOrd="3" destOrd="0" presId="urn:microsoft.com/office/officeart/2018/5/layout/IconCircleLabelList"/>
    <dgm:cxn modelId="{D7BFD744-B44F-4D32-A52E-DCE76C831317}" type="presParOf" srcId="{E3AAB73C-C7A8-4015-A1A2-80ECD6B0863F}" destId="{C9A4B056-E7CB-4349-925E-B29E0E3CCAC7}" srcOrd="3" destOrd="0" presId="urn:microsoft.com/office/officeart/2018/5/layout/IconCircleLabelList"/>
    <dgm:cxn modelId="{78EF4384-2517-46E5-B075-52002FE12AD8}" type="presParOf" srcId="{E3AAB73C-C7A8-4015-A1A2-80ECD6B0863F}" destId="{907F7EF4-8702-49B1-A092-520700B9B3C7}" srcOrd="4" destOrd="0" presId="urn:microsoft.com/office/officeart/2018/5/layout/IconCircleLabelList"/>
    <dgm:cxn modelId="{9848C406-B46D-4F31-AFB8-8B7CCFDA6842}" type="presParOf" srcId="{907F7EF4-8702-49B1-A092-520700B9B3C7}" destId="{028F5E39-052A-442C-8DA2-13160BD0C304}" srcOrd="0" destOrd="0" presId="urn:microsoft.com/office/officeart/2018/5/layout/IconCircleLabelList"/>
    <dgm:cxn modelId="{6B2B9C90-F2FD-4A6B-BAA9-17DAA08E1A8F}" type="presParOf" srcId="{907F7EF4-8702-49B1-A092-520700B9B3C7}" destId="{C8B35FF0-DC1C-4A44-B599-759C5250C15B}" srcOrd="1" destOrd="0" presId="urn:microsoft.com/office/officeart/2018/5/layout/IconCircleLabelList"/>
    <dgm:cxn modelId="{F2A61369-5484-417E-BC9E-DB8E2CF62E58}" type="presParOf" srcId="{907F7EF4-8702-49B1-A092-520700B9B3C7}" destId="{A1E8DBE5-7B46-4090-8A5C-32B4C13BE5DD}" srcOrd="2" destOrd="0" presId="urn:microsoft.com/office/officeart/2018/5/layout/IconCircleLabelList"/>
    <dgm:cxn modelId="{0BF38421-730F-4149-96B9-3F14C5B2193D}" type="presParOf" srcId="{907F7EF4-8702-49B1-A092-520700B9B3C7}" destId="{C71667A6-2DEB-42CA-853D-A76918F491E0}" srcOrd="3" destOrd="0" presId="urn:microsoft.com/office/officeart/2018/5/layout/IconCircleLabelList"/>
    <dgm:cxn modelId="{F80C1B63-F543-4924-BA46-7204F5489073}" type="presParOf" srcId="{E3AAB73C-C7A8-4015-A1A2-80ECD6B0863F}" destId="{97B83A18-333C-4B3E-981C-D7877EF3C392}" srcOrd="5" destOrd="0" presId="urn:microsoft.com/office/officeart/2018/5/layout/IconCircleLabelList"/>
    <dgm:cxn modelId="{5DA2BD4F-9758-4B8B-888F-50A3FD7DC706}" type="presParOf" srcId="{E3AAB73C-C7A8-4015-A1A2-80ECD6B0863F}" destId="{953097C1-42F6-4F1B-80A5-3FC301944E0F}" srcOrd="6" destOrd="0" presId="urn:microsoft.com/office/officeart/2018/5/layout/IconCircleLabelList"/>
    <dgm:cxn modelId="{A11CAE7D-6020-4120-9DEA-1511B6BB047A}" type="presParOf" srcId="{953097C1-42F6-4F1B-80A5-3FC301944E0F}" destId="{4E3E2745-9B82-4FF8-8DD1-F4A245A13CD6}" srcOrd="0" destOrd="0" presId="urn:microsoft.com/office/officeart/2018/5/layout/IconCircleLabelList"/>
    <dgm:cxn modelId="{BB0BD048-D136-46A3-B9BE-6B9503718C01}" type="presParOf" srcId="{953097C1-42F6-4F1B-80A5-3FC301944E0F}" destId="{424F28D4-3646-49EB-BAD9-404585078066}" srcOrd="1" destOrd="0" presId="urn:microsoft.com/office/officeart/2018/5/layout/IconCircleLabelList"/>
    <dgm:cxn modelId="{7FC8EB4D-A074-48C6-8CDA-5D415463EC0E}" type="presParOf" srcId="{953097C1-42F6-4F1B-80A5-3FC301944E0F}" destId="{72FEE713-1616-4804-AB57-C47AA13FB251}" srcOrd="2" destOrd="0" presId="urn:microsoft.com/office/officeart/2018/5/layout/IconCircleLabelList"/>
    <dgm:cxn modelId="{FCA8495D-3757-4DED-8E45-7B7B4113E1E7}" type="presParOf" srcId="{953097C1-42F6-4F1B-80A5-3FC301944E0F}" destId="{E140D16D-2FBE-4A4D-8AF4-99210EF8021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0D51C4-0A6F-4824-A0EF-FF60F86B4C44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BD090D-16B8-4D68-89FF-87D9191E8DCB}">
      <dgm:prSet/>
      <dgm:spPr/>
      <dgm:t>
        <a:bodyPr/>
        <a:lstStyle/>
        <a:p>
          <a:r>
            <a:rPr lang="en-US"/>
            <a:t>• Random Forest accuracy: 83.25%, Sensitivity 91.5%, Precision 78.5%.</a:t>
          </a:r>
        </a:p>
      </dgm:t>
    </dgm:pt>
    <dgm:pt modelId="{A587B80C-85A5-4A33-AAA8-66A19E5333DA}" type="parTrans" cxnId="{6A054F92-23EB-4692-BA2F-4F1C4AFE6BFA}">
      <dgm:prSet/>
      <dgm:spPr/>
      <dgm:t>
        <a:bodyPr/>
        <a:lstStyle/>
        <a:p>
          <a:endParaRPr lang="en-US"/>
        </a:p>
      </dgm:t>
    </dgm:pt>
    <dgm:pt modelId="{0E84BD5F-3E61-432A-A19E-12B2196EFE5F}" type="sibTrans" cxnId="{6A054F92-23EB-4692-BA2F-4F1C4AFE6BFA}">
      <dgm:prSet/>
      <dgm:spPr/>
      <dgm:t>
        <a:bodyPr/>
        <a:lstStyle/>
        <a:p>
          <a:endParaRPr lang="en-US"/>
        </a:p>
      </dgm:t>
    </dgm:pt>
    <dgm:pt modelId="{9FF9D023-027F-42BC-9442-A83F9A73D6F5}">
      <dgm:prSet/>
      <dgm:spPr/>
      <dgm:t>
        <a:bodyPr/>
        <a:lstStyle/>
        <a:p>
          <a:r>
            <a:rPr lang="en-US" dirty="0"/>
            <a:t>• Freq </a:t>
          </a:r>
          <a:r>
            <a:rPr lang="en-US"/>
            <a:t>and Sources</a:t>
          </a:r>
        </a:p>
      </dgm:t>
    </dgm:pt>
    <dgm:pt modelId="{583923B5-8D2E-41C2-BE36-2104E3A7D102}" type="parTrans" cxnId="{98899AE2-A6FC-4E21-AA57-9F1A55BCC617}">
      <dgm:prSet/>
      <dgm:spPr/>
      <dgm:t>
        <a:bodyPr/>
        <a:lstStyle/>
        <a:p>
          <a:endParaRPr lang="en-US"/>
        </a:p>
      </dgm:t>
    </dgm:pt>
    <dgm:pt modelId="{7B5F4190-3B43-4695-B641-D35C9831B602}" type="sibTrans" cxnId="{98899AE2-A6FC-4E21-AA57-9F1A55BCC617}">
      <dgm:prSet/>
      <dgm:spPr/>
      <dgm:t>
        <a:bodyPr/>
        <a:lstStyle/>
        <a:p>
          <a:endParaRPr lang="en-US"/>
        </a:p>
      </dgm:t>
    </dgm:pt>
    <dgm:pt modelId="{F1FC8719-3FCC-4FB8-A41B-E6C1FD0758FD}">
      <dgm:prSet/>
      <dgm:spPr/>
      <dgm:t>
        <a:bodyPr/>
        <a:lstStyle/>
        <a:p>
          <a:r>
            <a:rPr lang="en-US"/>
            <a:t>• K-Means (3 clusters):</a:t>
          </a:r>
        </a:p>
      </dgm:t>
    </dgm:pt>
    <dgm:pt modelId="{E260E8FA-7D35-4380-A2D4-E0726E16AD56}" type="parTrans" cxnId="{096C50E2-3B87-401D-881B-CC11C6D738C7}">
      <dgm:prSet/>
      <dgm:spPr/>
      <dgm:t>
        <a:bodyPr/>
        <a:lstStyle/>
        <a:p>
          <a:endParaRPr lang="en-US"/>
        </a:p>
      </dgm:t>
    </dgm:pt>
    <dgm:pt modelId="{2923152A-FB39-4D04-AEB7-5F4700BA35F9}" type="sibTrans" cxnId="{096C50E2-3B87-401D-881B-CC11C6D738C7}">
      <dgm:prSet/>
      <dgm:spPr/>
      <dgm:t>
        <a:bodyPr/>
        <a:lstStyle/>
        <a:p>
          <a:endParaRPr lang="en-US"/>
        </a:p>
      </dgm:t>
    </dgm:pt>
    <dgm:pt modelId="{408F701C-79C8-41BA-A862-061070E95727}">
      <dgm:prSet/>
      <dgm:spPr/>
      <dgm:t>
        <a:bodyPr/>
        <a:lstStyle/>
        <a:p>
          <a:r>
            <a:rPr lang="en-US"/>
            <a:t>- Cluster 1: High-value loyal customers → loyalty programs.</a:t>
          </a:r>
        </a:p>
      </dgm:t>
    </dgm:pt>
    <dgm:pt modelId="{84702718-6186-4D11-B684-3E3F3C7ED08B}" type="parTrans" cxnId="{80DF0626-EB39-47F6-8235-D95F0C88DE29}">
      <dgm:prSet/>
      <dgm:spPr/>
      <dgm:t>
        <a:bodyPr/>
        <a:lstStyle/>
        <a:p>
          <a:endParaRPr lang="en-US"/>
        </a:p>
      </dgm:t>
    </dgm:pt>
    <dgm:pt modelId="{05BEA656-8009-4A8B-9ED2-49C303C1B048}" type="sibTrans" cxnId="{80DF0626-EB39-47F6-8235-D95F0C88DE29}">
      <dgm:prSet/>
      <dgm:spPr/>
      <dgm:t>
        <a:bodyPr/>
        <a:lstStyle/>
        <a:p>
          <a:endParaRPr lang="en-US"/>
        </a:p>
      </dgm:t>
    </dgm:pt>
    <dgm:pt modelId="{56126F7B-A3CD-4094-888A-CCA6A06619B1}">
      <dgm:prSet/>
      <dgm:spPr/>
      <dgm:t>
        <a:bodyPr/>
        <a:lstStyle/>
        <a:p>
          <a:r>
            <a:rPr lang="en-US"/>
            <a:t>- Cluster 2: Moderate customers → bundle &amp; seasonal offers.</a:t>
          </a:r>
        </a:p>
      </dgm:t>
    </dgm:pt>
    <dgm:pt modelId="{340FEC20-B5E7-4E10-891E-D2EF087B145D}" type="parTrans" cxnId="{91F72BB5-C8E7-4674-8C15-79DFA3325D13}">
      <dgm:prSet/>
      <dgm:spPr/>
      <dgm:t>
        <a:bodyPr/>
        <a:lstStyle/>
        <a:p>
          <a:endParaRPr lang="en-US"/>
        </a:p>
      </dgm:t>
    </dgm:pt>
    <dgm:pt modelId="{F3E3A65B-77BE-47B1-B32A-74B8C7A6622E}" type="sibTrans" cxnId="{91F72BB5-C8E7-4674-8C15-79DFA3325D13}">
      <dgm:prSet/>
      <dgm:spPr/>
      <dgm:t>
        <a:bodyPr/>
        <a:lstStyle/>
        <a:p>
          <a:endParaRPr lang="en-US"/>
        </a:p>
      </dgm:t>
    </dgm:pt>
    <dgm:pt modelId="{1213ACD8-E993-4D7C-9B29-841C8A99A2C2}">
      <dgm:prSet/>
      <dgm:spPr/>
      <dgm:t>
        <a:bodyPr/>
        <a:lstStyle/>
        <a:p>
          <a:r>
            <a:rPr lang="en-US"/>
            <a:t>- Cluster 3: Inactive customers → reactivation campaigns.</a:t>
          </a:r>
        </a:p>
      </dgm:t>
    </dgm:pt>
    <dgm:pt modelId="{83D95907-4DB4-4904-94C0-1D3795F59FD3}" type="parTrans" cxnId="{5C335B05-5DB0-4138-BC26-B29B29D79927}">
      <dgm:prSet/>
      <dgm:spPr/>
      <dgm:t>
        <a:bodyPr/>
        <a:lstStyle/>
        <a:p>
          <a:endParaRPr lang="en-US"/>
        </a:p>
      </dgm:t>
    </dgm:pt>
    <dgm:pt modelId="{2981507E-D54D-46C2-9230-22529DE368B1}" type="sibTrans" cxnId="{5C335B05-5DB0-4138-BC26-B29B29D79927}">
      <dgm:prSet/>
      <dgm:spPr/>
      <dgm:t>
        <a:bodyPr/>
        <a:lstStyle/>
        <a:p>
          <a:endParaRPr lang="en-US"/>
        </a:p>
      </dgm:t>
    </dgm:pt>
    <dgm:pt modelId="{F85EB32E-7420-40F0-9C92-F528D42D967C}">
      <dgm:prSet/>
      <dgm:spPr/>
      <dgm:t>
        <a:bodyPr/>
        <a:lstStyle/>
        <a:p>
          <a:r>
            <a:rPr lang="en-US"/>
            <a:t>Business value: Models convert data into smarter targeting, reduced waste, and improved profitability.</a:t>
          </a:r>
        </a:p>
      </dgm:t>
    </dgm:pt>
    <dgm:pt modelId="{D640C646-B76A-4373-90AA-E43FB3878B64}" type="parTrans" cxnId="{6DAF9AA3-9783-46A6-8C56-308A7646A683}">
      <dgm:prSet/>
      <dgm:spPr/>
      <dgm:t>
        <a:bodyPr/>
        <a:lstStyle/>
        <a:p>
          <a:endParaRPr lang="en-US"/>
        </a:p>
      </dgm:t>
    </dgm:pt>
    <dgm:pt modelId="{FE7C4EA3-C7F6-4030-ABF8-F8DAF0FCF638}" type="sibTrans" cxnId="{6DAF9AA3-9783-46A6-8C56-308A7646A683}">
      <dgm:prSet/>
      <dgm:spPr/>
      <dgm:t>
        <a:bodyPr/>
        <a:lstStyle/>
        <a:p>
          <a:endParaRPr lang="en-US"/>
        </a:p>
      </dgm:t>
    </dgm:pt>
    <dgm:pt modelId="{0DD4077B-2995-45C3-BCB7-F4664DF85713}" type="pres">
      <dgm:prSet presAssocID="{6F0D51C4-0A6F-4824-A0EF-FF60F86B4C44}" presName="Name0" presStyleCnt="0">
        <dgm:presLayoutVars>
          <dgm:dir/>
          <dgm:animLvl val="lvl"/>
          <dgm:resizeHandles val="exact"/>
        </dgm:presLayoutVars>
      </dgm:prSet>
      <dgm:spPr/>
    </dgm:pt>
    <dgm:pt modelId="{7A3A8378-D82B-416F-A4EF-8E64747E5E69}" type="pres">
      <dgm:prSet presAssocID="{DEBD090D-16B8-4D68-89FF-87D9191E8DCB}" presName="linNode" presStyleCnt="0"/>
      <dgm:spPr/>
    </dgm:pt>
    <dgm:pt modelId="{E676A039-2652-4BCA-9062-C43B6C322634}" type="pres">
      <dgm:prSet presAssocID="{DEBD090D-16B8-4D68-89FF-87D9191E8DCB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ED55E8FB-83AB-4C00-9D79-36B4FF69C09E}" type="pres">
      <dgm:prSet presAssocID="{0E84BD5F-3E61-432A-A19E-12B2196EFE5F}" presName="sp" presStyleCnt="0"/>
      <dgm:spPr/>
    </dgm:pt>
    <dgm:pt modelId="{CA7F228F-DD6F-429D-81A5-B7D8523EDF2B}" type="pres">
      <dgm:prSet presAssocID="{9FF9D023-027F-42BC-9442-A83F9A73D6F5}" presName="linNode" presStyleCnt="0"/>
      <dgm:spPr/>
    </dgm:pt>
    <dgm:pt modelId="{B42131D1-F5E5-487D-BD9F-A43ED0855F22}" type="pres">
      <dgm:prSet presAssocID="{9FF9D023-027F-42BC-9442-A83F9A73D6F5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731A7BF6-9ADB-48B4-ADA4-E9526AC017B2}" type="pres">
      <dgm:prSet presAssocID="{7B5F4190-3B43-4695-B641-D35C9831B602}" presName="sp" presStyleCnt="0"/>
      <dgm:spPr/>
    </dgm:pt>
    <dgm:pt modelId="{57A9E1DF-0A98-41BE-BBCF-613054074F3D}" type="pres">
      <dgm:prSet presAssocID="{F1FC8719-3FCC-4FB8-A41B-E6C1FD0758FD}" presName="linNode" presStyleCnt="0"/>
      <dgm:spPr/>
    </dgm:pt>
    <dgm:pt modelId="{3F3F66BB-9F50-4D92-AA27-6A4409711397}" type="pres">
      <dgm:prSet presAssocID="{F1FC8719-3FCC-4FB8-A41B-E6C1FD0758FD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F9D904B7-E66D-4E7C-96EE-8F77CAAD1F39}" type="pres">
      <dgm:prSet presAssocID="{2923152A-FB39-4D04-AEB7-5F4700BA35F9}" presName="sp" presStyleCnt="0"/>
      <dgm:spPr/>
    </dgm:pt>
    <dgm:pt modelId="{3407B875-F021-4996-B846-886B5C743E5E}" type="pres">
      <dgm:prSet presAssocID="{408F701C-79C8-41BA-A862-061070E95727}" presName="linNode" presStyleCnt="0"/>
      <dgm:spPr/>
    </dgm:pt>
    <dgm:pt modelId="{816033CE-C127-4033-A3A1-8A3D15E2A454}" type="pres">
      <dgm:prSet presAssocID="{408F701C-79C8-41BA-A862-061070E95727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609B57DC-B52C-41AB-828F-9862FEC9F854}" type="pres">
      <dgm:prSet presAssocID="{05BEA656-8009-4A8B-9ED2-49C303C1B048}" presName="sp" presStyleCnt="0"/>
      <dgm:spPr/>
    </dgm:pt>
    <dgm:pt modelId="{3F666AAF-9865-4BC6-B8D5-245BBE46CE78}" type="pres">
      <dgm:prSet presAssocID="{56126F7B-A3CD-4094-888A-CCA6A06619B1}" presName="linNode" presStyleCnt="0"/>
      <dgm:spPr/>
    </dgm:pt>
    <dgm:pt modelId="{270EF519-1BD8-42C4-8DD8-3532151F1E38}" type="pres">
      <dgm:prSet presAssocID="{56126F7B-A3CD-4094-888A-CCA6A06619B1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1E0C41DF-AE8E-4A97-8376-70B40BA95790}" type="pres">
      <dgm:prSet presAssocID="{F3E3A65B-77BE-47B1-B32A-74B8C7A6622E}" presName="sp" presStyleCnt="0"/>
      <dgm:spPr/>
    </dgm:pt>
    <dgm:pt modelId="{2C3D6569-8AAE-4B89-8083-A873302BA955}" type="pres">
      <dgm:prSet presAssocID="{1213ACD8-E993-4D7C-9B29-841C8A99A2C2}" presName="linNode" presStyleCnt="0"/>
      <dgm:spPr/>
    </dgm:pt>
    <dgm:pt modelId="{B1CAFEA1-C98C-4620-B388-CB26F45DFF08}" type="pres">
      <dgm:prSet presAssocID="{1213ACD8-E993-4D7C-9B29-841C8A99A2C2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517F3E54-675A-4193-A0EA-32FB88D3AE74}" type="pres">
      <dgm:prSet presAssocID="{2981507E-D54D-46C2-9230-22529DE368B1}" presName="sp" presStyleCnt="0"/>
      <dgm:spPr/>
    </dgm:pt>
    <dgm:pt modelId="{8AA26689-474A-4B75-9746-BFFB98FC73E3}" type="pres">
      <dgm:prSet presAssocID="{F85EB32E-7420-40F0-9C92-F528D42D967C}" presName="linNode" presStyleCnt="0"/>
      <dgm:spPr/>
    </dgm:pt>
    <dgm:pt modelId="{D9346E5E-BE46-40FD-84BA-7EFE5160EC04}" type="pres">
      <dgm:prSet presAssocID="{F85EB32E-7420-40F0-9C92-F528D42D967C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E99F5500-3787-49E7-8839-7920FF3F43BC}" type="presOf" srcId="{F1FC8719-3FCC-4FB8-A41B-E6C1FD0758FD}" destId="{3F3F66BB-9F50-4D92-AA27-6A4409711397}" srcOrd="0" destOrd="0" presId="urn:microsoft.com/office/officeart/2005/8/layout/vList5"/>
    <dgm:cxn modelId="{5C335B05-5DB0-4138-BC26-B29B29D79927}" srcId="{6F0D51C4-0A6F-4824-A0EF-FF60F86B4C44}" destId="{1213ACD8-E993-4D7C-9B29-841C8A99A2C2}" srcOrd="5" destOrd="0" parTransId="{83D95907-4DB4-4904-94C0-1D3795F59FD3}" sibTransId="{2981507E-D54D-46C2-9230-22529DE368B1}"/>
    <dgm:cxn modelId="{60CF0723-1137-4E0C-9982-0831C6F23E2A}" type="presOf" srcId="{F85EB32E-7420-40F0-9C92-F528D42D967C}" destId="{D9346E5E-BE46-40FD-84BA-7EFE5160EC04}" srcOrd="0" destOrd="0" presId="urn:microsoft.com/office/officeart/2005/8/layout/vList5"/>
    <dgm:cxn modelId="{80DF0626-EB39-47F6-8235-D95F0C88DE29}" srcId="{6F0D51C4-0A6F-4824-A0EF-FF60F86B4C44}" destId="{408F701C-79C8-41BA-A862-061070E95727}" srcOrd="3" destOrd="0" parTransId="{84702718-6186-4D11-B684-3E3F3C7ED08B}" sibTransId="{05BEA656-8009-4A8B-9ED2-49C303C1B048}"/>
    <dgm:cxn modelId="{F6E94564-7145-421C-949C-2EA4A09D149B}" type="presOf" srcId="{6F0D51C4-0A6F-4824-A0EF-FF60F86B4C44}" destId="{0DD4077B-2995-45C3-BCB7-F4664DF85713}" srcOrd="0" destOrd="0" presId="urn:microsoft.com/office/officeart/2005/8/layout/vList5"/>
    <dgm:cxn modelId="{C9D99D4B-FEEE-454A-8795-57AD3EDC1F7E}" type="presOf" srcId="{9FF9D023-027F-42BC-9442-A83F9A73D6F5}" destId="{B42131D1-F5E5-487D-BD9F-A43ED0855F22}" srcOrd="0" destOrd="0" presId="urn:microsoft.com/office/officeart/2005/8/layout/vList5"/>
    <dgm:cxn modelId="{ACB02F85-6EFE-4F4C-AD36-268B1F1AB1F9}" type="presOf" srcId="{DEBD090D-16B8-4D68-89FF-87D9191E8DCB}" destId="{E676A039-2652-4BCA-9062-C43B6C322634}" srcOrd="0" destOrd="0" presId="urn:microsoft.com/office/officeart/2005/8/layout/vList5"/>
    <dgm:cxn modelId="{6A054F92-23EB-4692-BA2F-4F1C4AFE6BFA}" srcId="{6F0D51C4-0A6F-4824-A0EF-FF60F86B4C44}" destId="{DEBD090D-16B8-4D68-89FF-87D9191E8DCB}" srcOrd="0" destOrd="0" parTransId="{A587B80C-85A5-4A33-AAA8-66A19E5333DA}" sibTransId="{0E84BD5F-3E61-432A-A19E-12B2196EFE5F}"/>
    <dgm:cxn modelId="{DDDBB69B-0952-46FE-86D2-97F33872628A}" type="presOf" srcId="{56126F7B-A3CD-4094-888A-CCA6A06619B1}" destId="{270EF519-1BD8-42C4-8DD8-3532151F1E38}" srcOrd="0" destOrd="0" presId="urn:microsoft.com/office/officeart/2005/8/layout/vList5"/>
    <dgm:cxn modelId="{6DAF9AA3-9783-46A6-8C56-308A7646A683}" srcId="{6F0D51C4-0A6F-4824-A0EF-FF60F86B4C44}" destId="{F85EB32E-7420-40F0-9C92-F528D42D967C}" srcOrd="6" destOrd="0" parTransId="{D640C646-B76A-4373-90AA-E43FB3878B64}" sibTransId="{FE7C4EA3-C7F6-4030-ABF8-F8DAF0FCF638}"/>
    <dgm:cxn modelId="{91F72BB5-C8E7-4674-8C15-79DFA3325D13}" srcId="{6F0D51C4-0A6F-4824-A0EF-FF60F86B4C44}" destId="{56126F7B-A3CD-4094-888A-CCA6A06619B1}" srcOrd="4" destOrd="0" parTransId="{340FEC20-B5E7-4E10-891E-D2EF087B145D}" sibTransId="{F3E3A65B-77BE-47B1-B32A-74B8C7A6622E}"/>
    <dgm:cxn modelId="{096C50E2-3B87-401D-881B-CC11C6D738C7}" srcId="{6F0D51C4-0A6F-4824-A0EF-FF60F86B4C44}" destId="{F1FC8719-3FCC-4FB8-A41B-E6C1FD0758FD}" srcOrd="2" destOrd="0" parTransId="{E260E8FA-7D35-4380-A2D4-E0726E16AD56}" sibTransId="{2923152A-FB39-4D04-AEB7-5F4700BA35F9}"/>
    <dgm:cxn modelId="{98899AE2-A6FC-4E21-AA57-9F1A55BCC617}" srcId="{6F0D51C4-0A6F-4824-A0EF-FF60F86B4C44}" destId="{9FF9D023-027F-42BC-9442-A83F9A73D6F5}" srcOrd="1" destOrd="0" parTransId="{583923B5-8D2E-41C2-BE36-2104E3A7D102}" sibTransId="{7B5F4190-3B43-4695-B641-D35C9831B602}"/>
    <dgm:cxn modelId="{0C9301E4-A350-42E4-9290-A6A86561C53C}" type="presOf" srcId="{1213ACD8-E993-4D7C-9B29-841C8A99A2C2}" destId="{B1CAFEA1-C98C-4620-B388-CB26F45DFF08}" srcOrd="0" destOrd="0" presId="urn:microsoft.com/office/officeart/2005/8/layout/vList5"/>
    <dgm:cxn modelId="{80576EE6-EE73-4364-8817-D64C3658FEB9}" type="presOf" srcId="{408F701C-79C8-41BA-A862-061070E95727}" destId="{816033CE-C127-4033-A3A1-8A3D15E2A454}" srcOrd="0" destOrd="0" presId="urn:microsoft.com/office/officeart/2005/8/layout/vList5"/>
    <dgm:cxn modelId="{7B105BCD-F975-4D4F-B85A-3096866B658A}" type="presParOf" srcId="{0DD4077B-2995-45C3-BCB7-F4664DF85713}" destId="{7A3A8378-D82B-416F-A4EF-8E64747E5E69}" srcOrd="0" destOrd="0" presId="urn:microsoft.com/office/officeart/2005/8/layout/vList5"/>
    <dgm:cxn modelId="{84930631-1488-4F56-85E9-751BE9AE3E30}" type="presParOf" srcId="{7A3A8378-D82B-416F-A4EF-8E64747E5E69}" destId="{E676A039-2652-4BCA-9062-C43B6C322634}" srcOrd="0" destOrd="0" presId="urn:microsoft.com/office/officeart/2005/8/layout/vList5"/>
    <dgm:cxn modelId="{F48ED58B-FC6E-4D6B-B778-9C45A2EA4254}" type="presParOf" srcId="{0DD4077B-2995-45C3-BCB7-F4664DF85713}" destId="{ED55E8FB-83AB-4C00-9D79-36B4FF69C09E}" srcOrd="1" destOrd="0" presId="urn:microsoft.com/office/officeart/2005/8/layout/vList5"/>
    <dgm:cxn modelId="{D786DB5B-57A3-4E82-BFF8-88FA63B05751}" type="presParOf" srcId="{0DD4077B-2995-45C3-BCB7-F4664DF85713}" destId="{CA7F228F-DD6F-429D-81A5-B7D8523EDF2B}" srcOrd="2" destOrd="0" presId="urn:microsoft.com/office/officeart/2005/8/layout/vList5"/>
    <dgm:cxn modelId="{0635D801-3146-4F03-97FA-6F5FE946FEC6}" type="presParOf" srcId="{CA7F228F-DD6F-429D-81A5-B7D8523EDF2B}" destId="{B42131D1-F5E5-487D-BD9F-A43ED0855F22}" srcOrd="0" destOrd="0" presId="urn:microsoft.com/office/officeart/2005/8/layout/vList5"/>
    <dgm:cxn modelId="{C1273893-8AF7-4493-AF7F-C3577D331A01}" type="presParOf" srcId="{0DD4077B-2995-45C3-BCB7-F4664DF85713}" destId="{731A7BF6-9ADB-48B4-ADA4-E9526AC017B2}" srcOrd="3" destOrd="0" presId="urn:microsoft.com/office/officeart/2005/8/layout/vList5"/>
    <dgm:cxn modelId="{5912EE90-6E2E-4A2A-89F1-1D4F867DAA48}" type="presParOf" srcId="{0DD4077B-2995-45C3-BCB7-F4664DF85713}" destId="{57A9E1DF-0A98-41BE-BBCF-613054074F3D}" srcOrd="4" destOrd="0" presId="urn:microsoft.com/office/officeart/2005/8/layout/vList5"/>
    <dgm:cxn modelId="{4C9FE7E9-656B-4007-A092-B8F6A027DF3C}" type="presParOf" srcId="{57A9E1DF-0A98-41BE-BBCF-613054074F3D}" destId="{3F3F66BB-9F50-4D92-AA27-6A4409711397}" srcOrd="0" destOrd="0" presId="urn:microsoft.com/office/officeart/2005/8/layout/vList5"/>
    <dgm:cxn modelId="{797A79F8-A32C-450B-8D48-98BDAB1FA6B6}" type="presParOf" srcId="{0DD4077B-2995-45C3-BCB7-F4664DF85713}" destId="{F9D904B7-E66D-4E7C-96EE-8F77CAAD1F39}" srcOrd="5" destOrd="0" presId="urn:microsoft.com/office/officeart/2005/8/layout/vList5"/>
    <dgm:cxn modelId="{2974416E-2773-4CF0-8716-1BEF3F5F69DB}" type="presParOf" srcId="{0DD4077B-2995-45C3-BCB7-F4664DF85713}" destId="{3407B875-F021-4996-B846-886B5C743E5E}" srcOrd="6" destOrd="0" presId="urn:microsoft.com/office/officeart/2005/8/layout/vList5"/>
    <dgm:cxn modelId="{A4B394B6-4618-4762-9159-C7EF1E5FC11A}" type="presParOf" srcId="{3407B875-F021-4996-B846-886B5C743E5E}" destId="{816033CE-C127-4033-A3A1-8A3D15E2A454}" srcOrd="0" destOrd="0" presId="urn:microsoft.com/office/officeart/2005/8/layout/vList5"/>
    <dgm:cxn modelId="{63A435F6-0230-49AA-A3C5-C67437E91214}" type="presParOf" srcId="{0DD4077B-2995-45C3-BCB7-F4664DF85713}" destId="{609B57DC-B52C-41AB-828F-9862FEC9F854}" srcOrd="7" destOrd="0" presId="urn:microsoft.com/office/officeart/2005/8/layout/vList5"/>
    <dgm:cxn modelId="{F8C7C2E5-C0B5-436B-9203-8CF204AC7979}" type="presParOf" srcId="{0DD4077B-2995-45C3-BCB7-F4664DF85713}" destId="{3F666AAF-9865-4BC6-B8D5-245BBE46CE78}" srcOrd="8" destOrd="0" presId="urn:microsoft.com/office/officeart/2005/8/layout/vList5"/>
    <dgm:cxn modelId="{F7BE98DC-144C-4828-AED7-E8ADA635D4EC}" type="presParOf" srcId="{3F666AAF-9865-4BC6-B8D5-245BBE46CE78}" destId="{270EF519-1BD8-42C4-8DD8-3532151F1E38}" srcOrd="0" destOrd="0" presId="urn:microsoft.com/office/officeart/2005/8/layout/vList5"/>
    <dgm:cxn modelId="{60ED4A9C-CDB3-4053-B1FB-1FEB6360276C}" type="presParOf" srcId="{0DD4077B-2995-45C3-BCB7-F4664DF85713}" destId="{1E0C41DF-AE8E-4A97-8376-70B40BA95790}" srcOrd="9" destOrd="0" presId="urn:microsoft.com/office/officeart/2005/8/layout/vList5"/>
    <dgm:cxn modelId="{287D0E8B-56E2-46CD-9420-BB0B77F52D8F}" type="presParOf" srcId="{0DD4077B-2995-45C3-BCB7-F4664DF85713}" destId="{2C3D6569-8AAE-4B89-8083-A873302BA955}" srcOrd="10" destOrd="0" presId="urn:microsoft.com/office/officeart/2005/8/layout/vList5"/>
    <dgm:cxn modelId="{BBA35B9C-93CE-41D3-8F1C-0F863E274C84}" type="presParOf" srcId="{2C3D6569-8AAE-4B89-8083-A873302BA955}" destId="{B1CAFEA1-C98C-4620-B388-CB26F45DFF08}" srcOrd="0" destOrd="0" presId="urn:microsoft.com/office/officeart/2005/8/layout/vList5"/>
    <dgm:cxn modelId="{5FAEC166-8B25-46A5-BA12-FB8778B75E1F}" type="presParOf" srcId="{0DD4077B-2995-45C3-BCB7-F4664DF85713}" destId="{517F3E54-675A-4193-A0EA-32FB88D3AE74}" srcOrd="11" destOrd="0" presId="urn:microsoft.com/office/officeart/2005/8/layout/vList5"/>
    <dgm:cxn modelId="{99432BA9-CD83-4676-90BE-7D556E3CFC85}" type="presParOf" srcId="{0DD4077B-2995-45C3-BCB7-F4664DF85713}" destId="{8AA26689-474A-4B75-9746-BFFB98FC73E3}" srcOrd="12" destOrd="0" presId="urn:microsoft.com/office/officeart/2005/8/layout/vList5"/>
    <dgm:cxn modelId="{378516D1-6B83-4577-BACA-06106BBF492B}" type="presParOf" srcId="{8AA26689-474A-4B75-9746-BFFB98FC73E3}" destId="{D9346E5E-BE46-40FD-84BA-7EFE5160EC0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908247-2D9F-4AD1-B7F8-8C567C6AAD11}" type="doc">
      <dgm:prSet loTypeId="urn:microsoft.com/office/officeart/2005/8/layout/arrow5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9A015A-9D9A-48E3-88A9-36ABC5FD6175}">
      <dgm:prSet/>
      <dgm:spPr/>
      <dgm:t>
        <a:bodyPr/>
        <a:lstStyle/>
        <a:p>
          <a:r>
            <a:rPr lang="en-US" dirty="0"/>
            <a:t>• Transition from broad, costly mailings to ROI-focused targeting.</a:t>
          </a:r>
        </a:p>
      </dgm:t>
    </dgm:pt>
    <dgm:pt modelId="{3188B703-6F79-477B-9EA3-D6487F6C8ABD}" type="parTrans" cxnId="{908AB9C5-7AE5-40CB-86CA-56358DB429E9}">
      <dgm:prSet/>
      <dgm:spPr/>
      <dgm:t>
        <a:bodyPr/>
        <a:lstStyle/>
        <a:p>
          <a:endParaRPr lang="en-US"/>
        </a:p>
      </dgm:t>
    </dgm:pt>
    <dgm:pt modelId="{6AE7F606-0142-45D2-A259-5896427169AB}" type="sibTrans" cxnId="{908AB9C5-7AE5-40CB-86CA-56358DB429E9}">
      <dgm:prSet/>
      <dgm:spPr/>
      <dgm:t>
        <a:bodyPr/>
        <a:lstStyle/>
        <a:p>
          <a:endParaRPr lang="en-US"/>
        </a:p>
      </dgm:t>
    </dgm:pt>
    <dgm:pt modelId="{4B6BC3A3-EEB8-41DA-A1DC-D66DF795DEC5}">
      <dgm:prSet/>
      <dgm:spPr/>
      <dgm:t>
        <a:bodyPr/>
        <a:lstStyle/>
        <a:p>
          <a:r>
            <a:rPr lang="en-US" dirty="0"/>
            <a:t>• Focus on frequent &amp; recently active customers for maximum return.</a:t>
          </a:r>
        </a:p>
      </dgm:t>
    </dgm:pt>
    <dgm:pt modelId="{EC134981-D66A-404B-B1D1-892920843B07}" type="parTrans" cxnId="{6345118B-E542-4697-B6F3-9D969451B36F}">
      <dgm:prSet/>
      <dgm:spPr/>
      <dgm:t>
        <a:bodyPr/>
        <a:lstStyle/>
        <a:p>
          <a:endParaRPr lang="en-US"/>
        </a:p>
      </dgm:t>
    </dgm:pt>
    <dgm:pt modelId="{BBC0A1EB-7FC3-4BFF-9E48-FC25C4E71406}" type="sibTrans" cxnId="{6345118B-E542-4697-B6F3-9D969451B36F}">
      <dgm:prSet/>
      <dgm:spPr/>
      <dgm:t>
        <a:bodyPr/>
        <a:lstStyle/>
        <a:p>
          <a:endParaRPr lang="en-US"/>
        </a:p>
      </dgm:t>
    </dgm:pt>
    <dgm:pt modelId="{1A621B10-5351-44E0-A5B7-567EFE59D2DD}">
      <dgm:prSet/>
      <dgm:spPr/>
      <dgm:t>
        <a:bodyPr/>
        <a:lstStyle/>
        <a:p>
          <a:r>
            <a:rPr lang="en-US"/>
            <a:t>• Enables 20% higher ROI, 8%+ response rate, and 15% sales growth.</a:t>
          </a:r>
        </a:p>
      </dgm:t>
    </dgm:pt>
    <dgm:pt modelId="{CE81C032-C05A-4544-990D-079EE3795F52}" type="parTrans" cxnId="{54FC500D-7461-4428-A6DF-9F07A29C949A}">
      <dgm:prSet/>
      <dgm:spPr/>
      <dgm:t>
        <a:bodyPr/>
        <a:lstStyle/>
        <a:p>
          <a:endParaRPr lang="en-US"/>
        </a:p>
      </dgm:t>
    </dgm:pt>
    <dgm:pt modelId="{C3CAFDC1-5C92-4909-A22A-65BCF01E2893}" type="sibTrans" cxnId="{54FC500D-7461-4428-A6DF-9F07A29C949A}">
      <dgm:prSet/>
      <dgm:spPr/>
      <dgm:t>
        <a:bodyPr/>
        <a:lstStyle/>
        <a:p>
          <a:endParaRPr lang="en-US"/>
        </a:p>
      </dgm:t>
    </dgm:pt>
    <dgm:pt modelId="{A81F713A-AAD9-4043-856A-1F967F0C248D}">
      <dgm:prSet/>
      <dgm:spPr/>
      <dgm:t>
        <a:bodyPr/>
        <a:lstStyle/>
        <a:p>
          <a:r>
            <a:rPr lang="en-US"/>
            <a:t>• Facilitates personalized engagement, enhancing customer retention and loyalty.</a:t>
          </a:r>
        </a:p>
      </dgm:t>
    </dgm:pt>
    <dgm:pt modelId="{4E5E8E7B-C0D5-4FFA-B806-C638DEC2E640}" type="parTrans" cxnId="{14D016ED-7703-4516-9525-BA2CAD751F4E}">
      <dgm:prSet/>
      <dgm:spPr/>
      <dgm:t>
        <a:bodyPr/>
        <a:lstStyle/>
        <a:p>
          <a:endParaRPr lang="en-US"/>
        </a:p>
      </dgm:t>
    </dgm:pt>
    <dgm:pt modelId="{D2C1800C-80AD-426C-9949-2DB280F6F838}" type="sibTrans" cxnId="{14D016ED-7703-4516-9525-BA2CAD751F4E}">
      <dgm:prSet/>
      <dgm:spPr/>
      <dgm:t>
        <a:bodyPr/>
        <a:lstStyle/>
        <a:p>
          <a:endParaRPr lang="en-US"/>
        </a:p>
      </dgm:t>
    </dgm:pt>
    <dgm:pt modelId="{9C999276-4A10-4594-A5B3-9936CB0B2FAE}">
      <dgm:prSet/>
      <dgm:spPr/>
      <dgm:t>
        <a:bodyPr/>
        <a:lstStyle/>
        <a:p>
          <a:r>
            <a:rPr lang="en-US"/>
            <a:t>Why buy this solution? → Data-driven, scalable, interpretable, and proven to improve performance.</a:t>
          </a:r>
        </a:p>
      </dgm:t>
    </dgm:pt>
    <dgm:pt modelId="{1E35B96D-EADE-449B-9E9D-36EA91A28602}" type="parTrans" cxnId="{86C4F3BE-49C2-4178-9A0D-D882FED92D0D}">
      <dgm:prSet/>
      <dgm:spPr/>
      <dgm:t>
        <a:bodyPr/>
        <a:lstStyle/>
        <a:p>
          <a:endParaRPr lang="en-US"/>
        </a:p>
      </dgm:t>
    </dgm:pt>
    <dgm:pt modelId="{97E221B3-5FC8-4E0D-A2A9-79C8AEC495E4}" type="sibTrans" cxnId="{86C4F3BE-49C2-4178-9A0D-D882FED92D0D}">
      <dgm:prSet/>
      <dgm:spPr/>
      <dgm:t>
        <a:bodyPr/>
        <a:lstStyle/>
        <a:p>
          <a:endParaRPr lang="en-US"/>
        </a:p>
      </dgm:t>
    </dgm:pt>
    <dgm:pt modelId="{4FCDA99A-D6F5-452B-ABCD-0153C2D50C25}" type="pres">
      <dgm:prSet presAssocID="{02908247-2D9F-4AD1-B7F8-8C567C6AAD11}" presName="diagram" presStyleCnt="0">
        <dgm:presLayoutVars>
          <dgm:dir/>
          <dgm:resizeHandles val="exact"/>
        </dgm:presLayoutVars>
      </dgm:prSet>
      <dgm:spPr/>
    </dgm:pt>
    <dgm:pt modelId="{8CB7CAA5-6B93-4A6E-883B-305498E16F54}" type="pres">
      <dgm:prSet presAssocID="{389A015A-9D9A-48E3-88A9-36ABC5FD6175}" presName="arrow" presStyleLbl="node1" presStyleIdx="0" presStyleCnt="5">
        <dgm:presLayoutVars>
          <dgm:bulletEnabled val="1"/>
        </dgm:presLayoutVars>
      </dgm:prSet>
      <dgm:spPr/>
    </dgm:pt>
    <dgm:pt modelId="{7F42ED48-6916-4EE1-B29C-D488446C8A2A}" type="pres">
      <dgm:prSet presAssocID="{4B6BC3A3-EEB8-41DA-A1DC-D66DF795DEC5}" presName="arrow" presStyleLbl="node1" presStyleIdx="1" presStyleCnt="5">
        <dgm:presLayoutVars>
          <dgm:bulletEnabled val="1"/>
        </dgm:presLayoutVars>
      </dgm:prSet>
      <dgm:spPr/>
    </dgm:pt>
    <dgm:pt modelId="{E3BC5E91-FB2C-4B86-90B8-406BFAF510AF}" type="pres">
      <dgm:prSet presAssocID="{1A621B10-5351-44E0-A5B7-567EFE59D2DD}" presName="arrow" presStyleLbl="node1" presStyleIdx="2" presStyleCnt="5">
        <dgm:presLayoutVars>
          <dgm:bulletEnabled val="1"/>
        </dgm:presLayoutVars>
      </dgm:prSet>
      <dgm:spPr/>
    </dgm:pt>
    <dgm:pt modelId="{0067065F-4649-40FB-A7B3-CB7D16514C86}" type="pres">
      <dgm:prSet presAssocID="{A81F713A-AAD9-4043-856A-1F967F0C248D}" presName="arrow" presStyleLbl="node1" presStyleIdx="3" presStyleCnt="5">
        <dgm:presLayoutVars>
          <dgm:bulletEnabled val="1"/>
        </dgm:presLayoutVars>
      </dgm:prSet>
      <dgm:spPr/>
    </dgm:pt>
    <dgm:pt modelId="{79DC81DB-EE48-46E9-B728-D97A1B79AD63}" type="pres">
      <dgm:prSet presAssocID="{9C999276-4A10-4594-A5B3-9936CB0B2FAE}" presName="arrow" presStyleLbl="node1" presStyleIdx="4" presStyleCnt="5">
        <dgm:presLayoutVars>
          <dgm:bulletEnabled val="1"/>
        </dgm:presLayoutVars>
      </dgm:prSet>
      <dgm:spPr/>
    </dgm:pt>
  </dgm:ptLst>
  <dgm:cxnLst>
    <dgm:cxn modelId="{54FC500D-7461-4428-A6DF-9F07A29C949A}" srcId="{02908247-2D9F-4AD1-B7F8-8C567C6AAD11}" destId="{1A621B10-5351-44E0-A5B7-567EFE59D2DD}" srcOrd="2" destOrd="0" parTransId="{CE81C032-C05A-4544-990D-079EE3795F52}" sibTransId="{C3CAFDC1-5C92-4909-A22A-65BCF01E2893}"/>
    <dgm:cxn modelId="{4D310C19-AF02-4A50-AF51-6D99C661F2AC}" type="presOf" srcId="{02908247-2D9F-4AD1-B7F8-8C567C6AAD11}" destId="{4FCDA99A-D6F5-452B-ABCD-0153C2D50C25}" srcOrd="0" destOrd="0" presId="urn:microsoft.com/office/officeart/2005/8/layout/arrow5"/>
    <dgm:cxn modelId="{44E33D1B-D0AD-4949-9F90-54FB5DA272C3}" type="presOf" srcId="{389A015A-9D9A-48E3-88A9-36ABC5FD6175}" destId="{8CB7CAA5-6B93-4A6E-883B-305498E16F54}" srcOrd="0" destOrd="0" presId="urn:microsoft.com/office/officeart/2005/8/layout/arrow5"/>
    <dgm:cxn modelId="{B7241F69-4BD2-422A-A513-550D0FD8EB37}" type="presOf" srcId="{4B6BC3A3-EEB8-41DA-A1DC-D66DF795DEC5}" destId="{7F42ED48-6916-4EE1-B29C-D488446C8A2A}" srcOrd="0" destOrd="0" presId="urn:microsoft.com/office/officeart/2005/8/layout/arrow5"/>
    <dgm:cxn modelId="{0F56AB4F-460D-4C65-B8BC-3F82D9CF43A8}" type="presOf" srcId="{9C999276-4A10-4594-A5B3-9936CB0B2FAE}" destId="{79DC81DB-EE48-46E9-B728-D97A1B79AD63}" srcOrd="0" destOrd="0" presId="urn:microsoft.com/office/officeart/2005/8/layout/arrow5"/>
    <dgm:cxn modelId="{E46D9476-A104-4766-B1BF-8FEF194095B8}" type="presOf" srcId="{1A621B10-5351-44E0-A5B7-567EFE59D2DD}" destId="{E3BC5E91-FB2C-4B86-90B8-406BFAF510AF}" srcOrd="0" destOrd="0" presId="urn:microsoft.com/office/officeart/2005/8/layout/arrow5"/>
    <dgm:cxn modelId="{6345118B-E542-4697-B6F3-9D969451B36F}" srcId="{02908247-2D9F-4AD1-B7F8-8C567C6AAD11}" destId="{4B6BC3A3-EEB8-41DA-A1DC-D66DF795DEC5}" srcOrd="1" destOrd="0" parTransId="{EC134981-D66A-404B-B1D1-892920843B07}" sibTransId="{BBC0A1EB-7FC3-4BFF-9E48-FC25C4E71406}"/>
    <dgm:cxn modelId="{86C4F3BE-49C2-4178-9A0D-D882FED92D0D}" srcId="{02908247-2D9F-4AD1-B7F8-8C567C6AAD11}" destId="{9C999276-4A10-4594-A5B3-9936CB0B2FAE}" srcOrd="4" destOrd="0" parTransId="{1E35B96D-EADE-449B-9E9D-36EA91A28602}" sibTransId="{97E221B3-5FC8-4E0D-A2A9-79C8AEC495E4}"/>
    <dgm:cxn modelId="{908AB9C5-7AE5-40CB-86CA-56358DB429E9}" srcId="{02908247-2D9F-4AD1-B7F8-8C567C6AAD11}" destId="{389A015A-9D9A-48E3-88A9-36ABC5FD6175}" srcOrd="0" destOrd="0" parTransId="{3188B703-6F79-477B-9EA3-D6487F6C8ABD}" sibTransId="{6AE7F606-0142-45D2-A259-5896427169AB}"/>
    <dgm:cxn modelId="{AC9F20D6-7716-41C0-9C36-6B218C8030CF}" type="presOf" srcId="{A81F713A-AAD9-4043-856A-1F967F0C248D}" destId="{0067065F-4649-40FB-A7B3-CB7D16514C86}" srcOrd="0" destOrd="0" presId="urn:microsoft.com/office/officeart/2005/8/layout/arrow5"/>
    <dgm:cxn modelId="{14D016ED-7703-4516-9525-BA2CAD751F4E}" srcId="{02908247-2D9F-4AD1-B7F8-8C567C6AAD11}" destId="{A81F713A-AAD9-4043-856A-1F967F0C248D}" srcOrd="3" destOrd="0" parTransId="{4E5E8E7B-C0D5-4FFA-B806-C638DEC2E640}" sibTransId="{D2C1800C-80AD-426C-9949-2DB280F6F838}"/>
    <dgm:cxn modelId="{8B819C3B-E4ED-4C72-8066-62D49599EA13}" type="presParOf" srcId="{4FCDA99A-D6F5-452B-ABCD-0153C2D50C25}" destId="{8CB7CAA5-6B93-4A6E-883B-305498E16F54}" srcOrd="0" destOrd="0" presId="urn:microsoft.com/office/officeart/2005/8/layout/arrow5"/>
    <dgm:cxn modelId="{217CB80F-B5EC-4598-BBD6-5DEA3C2B93EB}" type="presParOf" srcId="{4FCDA99A-D6F5-452B-ABCD-0153C2D50C25}" destId="{7F42ED48-6916-4EE1-B29C-D488446C8A2A}" srcOrd="1" destOrd="0" presId="urn:microsoft.com/office/officeart/2005/8/layout/arrow5"/>
    <dgm:cxn modelId="{D76BC130-EB2F-43A8-B4FA-7A686B4853A2}" type="presParOf" srcId="{4FCDA99A-D6F5-452B-ABCD-0153C2D50C25}" destId="{E3BC5E91-FB2C-4B86-90B8-406BFAF510AF}" srcOrd="2" destOrd="0" presId="urn:microsoft.com/office/officeart/2005/8/layout/arrow5"/>
    <dgm:cxn modelId="{31E131D6-E239-4612-B2DB-A8950D5862E5}" type="presParOf" srcId="{4FCDA99A-D6F5-452B-ABCD-0153C2D50C25}" destId="{0067065F-4649-40FB-A7B3-CB7D16514C86}" srcOrd="3" destOrd="0" presId="urn:microsoft.com/office/officeart/2005/8/layout/arrow5"/>
    <dgm:cxn modelId="{79054D7C-6EEA-458F-AD77-A214854E322C}" type="presParOf" srcId="{4FCDA99A-D6F5-452B-ABCD-0153C2D50C25}" destId="{79DC81DB-EE48-46E9-B728-D97A1B79AD63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33CF01-F918-42BF-BAD3-83A529E720E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62ED0AA-78D4-41DD-B274-4DF4AC1815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Enhance data quality: Include digital engagement and lifecycle data.</a:t>
          </a:r>
        </a:p>
      </dgm:t>
    </dgm:pt>
    <dgm:pt modelId="{3F4255F2-65F9-4771-9092-982AACDB6132}" type="parTrans" cxnId="{93C55F12-54C7-48E6-BE67-4D2DA3D1C3C8}">
      <dgm:prSet/>
      <dgm:spPr/>
      <dgm:t>
        <a:bodyPr/>
        <a:lstStyle/>
        <a:p>
          <a:endParaRPr lang="en-US"/>
        </a:p>
      </dgm:t>
    </dgm:pt>
    <dgm:pt modelId="{671AE9F6-3E25-49F9-9863-5ADAB7D25645}" type="sibTrans" cxnId="{93C55F12-54C7-48E6-BE67-4D2DA3D1C3C8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50734B07-F811-4446-90AB-2F991E3F6A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Model refinement: Explore ensemble tuning and uplift modeling.</a:t>
          </a:r>
        </a:p>
      </dgm:t>
    </dgm:pt>
    <dgm:pt modelId="{B874FB2A-191D-4D80-921C-0F8B6FE4CDEA}" type="parTrans" cxnId="{935FA86F-FDE0-4915-846A-A8E4E492415A}">
      <dgm:prSet/>
      <dgm:spPr/>
      <dgm:t>
        <a:bodyPr/>
        <a:lstStyle/>
        <a:p>
          <a:endParaRPr lang="en-US"/>
        </a:p>
      </dgm:t>
    </dgm:pt>
    <dgm:pt modelId="{8F0A9B4D-B2EC-4D0B-98B4-A6F1B5F270D4}" type="sibTrans" cxnId="{935FA86F-FDE0-4915-846A-A8E4E492415A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CCAA85F8-3259-4503-8F73-5E1B537BCC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Process improvements: Integrate predictive results into CRM for real-time targeting.</a:t>
          </a:r>
        </a:p>
      </dgm:t>
    </dgm:pt>
    <dgm:pt modelId="{5498B576-B9FB-495D-B738-C51DC80934B5}" type="parTrans" cxnId="{0FC55A6A-CF16-4144-AAD2-6FD39C2E412D}">
      <dgm:prSet/>
      <dgm:spPr/>
      <dgm:t>
        <a:bodyPr/>
        <a:lstStyle/>
        <a:p>
          <a:endParaRPr lang="en-US"/>
        </a:p>
      </dgm:t>
    </dgm:pt>
    <dgm:pt modelId="{00DA7B55-7769-48B8-9CC4-269C0941684C}" type="sibTrans" cxnId="{0FC55A6A-CF16-4144-AAD2-6FD39C2E412D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ECCB8A38-001C-4564-871F-C2BE0D06F5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Sustainability: Refresh models regularly and expand segmentation to new consortium partners.</a:t>
          </a:r>
        </a:p>
      </dgm:t>
    </dgm:pt>
    <dgm:pt modelId="{53299D6E-7072-4224-870E-3FB5FDB420B3}" type="parTrans" cxnId="{4ACBD88C-A014-430A-8158-9F01BF2BD7AF}">
      <dgm:prSet/>
      <dgm:spPr/>
      <dgm:t>
        <a:bodyPr/>
        <a:lstStyle/>
        <a:p>
          <a:endParaRPr lang="en-US"/>
        </a:p>
      </dgm:t>
    </dgm:pt>
    <dgm:pt modelId="{90512F25-948E-4995-AE4C-B8CDD6F64496}" type="sibTrans" cxnId="{4ACBD88C-A014-430A-8158-9F01BF2BD7AF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717692AC-71C0-46A6-BF21-0ED9D85AE3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 on continuous improvement and long-term scalability.</a:t>
          </a:r>
        </a:p>
      </dgm:t>
    </dgm:pt>
    <dgm:pt modelId="{1DEE2CD8-1404-4DF3-B31E-F44545DCEBF6}" type="parTrans" cxnId="{3D42A192-7CE2-4CE1-87F9-D060D4EA8E49}">
      <dgm:prSet/>
      <dgm:spPr/>
      <dgm:t>
        <a:bodyPr/>
        <a:lstStyle/>
        <a:p>
          <a:endParaRPr lang="en-US"/>
        </a:p>
      </dgm:t>
    </dgm:pt>
    <dgm:pt modelId="{A3DCA438-A9DB-4B12-8994-102434C28B3E}" type="sibTrans" cxnId="{3D42A192-7CE2-4CE1-87F9-D060D4EA8E49}">
      <dgm:prSet phldrT="05"/>
      <dgm:spPr/>
      <dgm:t>
        <a:bodyPr/>
        <a:lstStyle/>
        <a:p>
          <a:r>
            <a:rPr lang="en-US"/>
            <a:t>05</a:t>
          </a:r>
        </a:p>
      </dgm:t>
    </dgm:pt>
    <dgm:pt modelId="{AC8B5750-720D-4C17-B5EF-7D015385005C}" type="pres">
      <dgm:prSet presAssocID="{FF33CF01-F918-42BF-BAD3-83A529E720ED}" presName="Name0" presStyleCnt="0">
        <dgm:presLayoutVars>
          <dgm:animLvl val="lvl"/>
          <dgm:resizeHandles val="exact"/>
        </dgm:presLayoutVars>
      </dgm:prSet>
      <dgm:spPr/>
    </dgm:pt>
    <dgm:pt modelId="{78480F5D-359A-4B78-BA43-97C122916C38}" type="pres">
      <dgm:prSet presAssocID="{562ED0AA-78D4-41DD-B274-4DF4AC181540}" presName="compositeNode" presStyleCnt="0">
        <dgm:presLayoutVars>
          <dgm:bulletEnabled val="1"/>
        </dgm:presLayoutVars>
      </dgm:prSet>
      <dgm:spPr/>
    </dgm:pt>
    <dgm:pt modelId="{E4924E20-047F-4D3D-87AB-8CB508309A74}" type="pres">
      <dgm:prSet presAssocID="{562ED0AA-78D4-41DD-B274-4DF4AC181540}" presName="bgRect" presStyleLbl="alignNode1" presStyleIdx="0" presStyleCnt="5"/>
      <dgm:spPr/>
    </dgm:pt>
    <dgm:pt modelId="{4387EDF6-4DCF-40BC-A6D0-1EB3F1B09356}" type="pres">
      <dgm:prSet presAssocID="{671AE9F6-3E25-49F9-9863-5ADAB7D25645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7BC7E4C1-2DD8-4F73-9ADB-A3DCB8D4430E}" type="pres">
      <dgm:prSet presAssocID="{562ED0AA-78D4-41DD-B274-4DF4AC181540}" presName="nodeRect" presStyleLbl="alignNode1" presStyleIdx="0" presStyleCnt="5">
        <dgm:presLayoutVars>
          <dgm:bulletEnabled val="1"/>
        </dgm:presLayoutVars>
      </dgm:prSet>
      <dgm:spPr/>
    </dgm:pt>
    <dgm:pt modelId="{5669EF5B-4F91-45B5-A52B-0E183EFE97C8}" type="pres">
      <dgm:prSet presAssocID="{671AE9F6-3E25-49F9-9863-5ADAB7D25645}" presName="sibTrans" presStyleCnt="0"/>
      <dgm:spPr/>
    </dgm:pt>
    <dgm:pt modelId="{09F70A22-0996-4EB8-89DE-50FE7C607653}" type="pres">
      <dgm:prSet presAssocID="{50734B07-F811-4446-90AB-2F991E3F6A24}" presName="compositeNode" presStyleCnt="0">
        <dgm:presLayoutVars>
          <dgm:bulletEnabled val="1"/>
        </dgm:presLayoutVars>
      </dgm:prSet>
      <dgm:spPr/>
    </dgm:pt>
    <dgm:pt modelId="{5C606130-E8D4-4183-99AE-11781B75B725}" type="pres">
      <dgm:prSet presAssocID="{50734B07-F811-4446-90AB-2F991E3F6A24}" presName="bgRect" presStyleLbl="alignNode1" presStyleIdx="1" presStyleCnt="5"/>
      <dgm:spPr/>
    </dgm:pt>
    <dgm:pt modelId="{0BC8BE94-C645-4652-A9E8-CDF911E7BD99}" type="pres">
      <dgm:prSet presAssocID="{8F0A9B4D-B2EC-4D0B-98B4-A6F1B5F270D4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660C26ED-09AE-4D42-950D-DB462E8884AE}" type="pres">
      <dgm:prSet presAssocID="{50734B07-F811-4446-90AB-2F991E3F6A24}" presName="nodeRect" presStyleLbl="alignNode1" presStyleIdx="1" presStyleCnt="5">
        <dgm:presLayoutVars>
          <dgm:bulletEnabled val="1"/>
        </dgm:presLayoutVars>
      </dgm:prSet>
      <dgm:spPr/>
    </dgm:pt>
    <dgm:pt modelId="{F94335B2-95A2-43D2-9DAF-5E6AC8B475C1}" type="pres">
      <dgm:prSet presAssocID="{8F0A9B4D-B2EC-4D0B-98B4-A6F1B5F270D4}" presName="sibTrans" presStyleCnt="0"/>
      <dgm:spPr/>
    </dgm:pt>
    <dgm:pt modelId="{804CCFE0-1A01-46B3-A606-A810D1A29842}" type="pres">
      <dgm:prSet presAssocID="{CCAA85F8-3259-4503-8F73-5E1B537BCC43}" presName="compositeNode" presStyleCnt="0">
        <dgm:presLayoutVars>
          <dgm:bulletEnabled val="1"/>
        </dgm:presLayoutVars>
      </dgm:prSet>
      <dgm:spPr/>
    </dgm:pt>
    <dgm:pt modelId="{5DDD781D-0E1D-4355-9B07-D1661464D5D6}" type="pres">
      <dgm:prSet presAssocID="{CCAA85F8-3259-4503-8F73-5E1B537BCC43}" presName="bgRect" presStyleLbl="alignNode1" presStyleIdx="2" presStyleCnt="5"/>
      <dgm:spPr/>
    </dgm:pt>
    <dgm:pt modelId="{D957EA5E-746A-4A5C-9D80-02CD3980A8E3}" type="pres">
      <dgm:prSet presAssocID="{00DA7B55-7769-48B8-9CC4-269C0941684C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7173761C-E6AE-4401-9B70-3103E3531E1E}" type="pres">
      <dgm:prSet presAssocID="{CCAA85F8-3259-4503-8F73-5E1B537BCC43}" presName="nodeRect" presStyleLbl="alignNode1" presStyleIdx="2" presStyleCnt="5">
        <dgm:presLayoutVars>
          <dgm:bulletEnabled val="1"/>
        </dgm:presLayoutVars>
      </dgm:prSet>
      <dgm:spPr/>
    </dgm:pt>
    <dgm:pt modelId="{E75A82EF-DDB7-4703-9E6F-0319C2197081}" type="pres">
      <dgm:prSet presAssocID="{00DA7B55-7769-48B8-9CC4-269C0941684C}" presName="sibTrans" presStyleCnt="0"/>
      <dgm:spPr/>
    </dgm:pt>
    <dgm:pt modelId="{7C9220B0-ECAA-43C4-A94E-3CC9E1107C89}" type="pres">
      <dgm:prSet presAssocID="{ECCB8A38-001C-4564-871F-C2BE0D06F574}" presName="compositeNode" presStyleCnt="0">
        <dgm:presLayoutVars>
          <dgm:bulletEnabled val="1"/>
        </dgm:presLayoutVars>
      </dgm:prSet>
      <dgm:spPr/>
    </dgm:pt>
    <dgm:pt modelId="{239D917E-D28E-4237-A181-9B21D05598FC}" type="pres">
      <dgm:prSet presAssocID="{ECCB8A38-001C-4564-871F-C2BE0D06F574}" presName="bgRect" presStyleLbl="alignNode1" presStyleIdx="3" presStyleCnt="5"/>
      <dgm:spPr/>
    </dgm:pt>
    <dgm:pt modelId="{15A2EF36-D8F2-489F-8151-279EEE70A578}" type="pres">
      <dgm:prSet presAssocID="{90512F25-948E-4995-AE4C-B8CDD6F64496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247E3392-4394-4EC0-B2E7-A08B6B0896E0}" type="pres">
      <dgm:prSet presAssocID="{ECCB8A38-001C-4564-871F-C2BE0D06F574}" presName="nodeRect" presStyleLbl="alignNode1" presStyleIdx="3" presStyleCnt="5">
        <dgm:presLayoutVars>
          <dgm:bulletEnabled val="1"/>
        </dgm:presLayoutVars>
      </dgm:prSet>
      <dgm:spPr/>
    </dgm:pt>
    <dgm:pt modelId="{E3AC5244-6DCB-43D8-B3F2-C3F159B84491}" type="pres">
      <dgm:prSet presAssocID="{90512F25-948E-4995-AE4C-B8CDD6F64496}" presName="sibTrans" presStyleCnt="0"/>
      <dgm:spPr/>
    </dgm:pt>
    <dgm:pt modelId="{2DAD2D41-E7A0-455C-B875-CB165790F51C}" type="pres">
      <dgm:prSet presAssocID="{717692AC-71C0-46A6-BF21-0ED9D85AE313}" presName="compositeNode" presStyleCnt="0">
        <dgm:presLayoutVars>
          <dgm:bulletEnabled val="1"/>
        </dgm:presLayoutVars>
      </dgm:prSet>
      <dgm:spPr/>
    </dgm:pt>
    <dgm:pt modelId="{67045A10-B395-4370-B547-8A721D7931E4}" type="pres">
      <dgm:prSet presAssocID="{717692AC-71C0-46A6-BF21-0ED9D85AE313}" presName="bgRect" presStyleLbl="alignNode1" presStyleIdx="4" presStyleCnt="5"/>
      <dgm:spPr/>
    </dgm:pt>
    <dgm:pt modelId="{94CCA557-FC1E-4D46-B525-28C7857B43DC}" type="pres">
      <dgm:prSet presAssocID="{A3DCA438-A9DB-4B12-8994-102434C28B3E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CE1E977E-BD88-4CBC-948B-6EB90E792CCC}" type="pres">
      <dgm:prSet presAssocID="{717692AC-71C0-46A6-BF21-0ED9D85AE313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223F7607-3144-4FD4-BDDE-CA9FEB037C8A}" type="presOf" srcId="{00DA7B55-7769-48B8-9CC4-269C0941684C}" destId="{D957EA5E-746A-4A5C-9D80-02CD3980A8E3}" srcOrd="0" destOrd="0" presId="urn:microsoft.com/office/officeart/2016/7/layout/LinearBlockProcessNumbered"/>
    <dgm:cxn modelId="{D909010F-FAE8-4796-80A3-D8972F47C4F3}" type="presOf" srcId="{90512F25-948E-4995-AE4C-B8CDD6F64496}" destId="{15A2EF36-D8F2-489F-8151-279EEE70A578}" srcOrd="0" destOrd="0" presId="urn:microsoft.com/office/officeart/2016/7/layout/LinearBlockProcessNumbered"/>
    <dgm:cxn modelId="{93C55F12-54C7-48E6-BE67-4D2DA3D1C3C8}" srcId="{FF33CF01-F918-42BF-BAD3-83A529E720ED}" destId="{562ED0AA-78D4-41DD-B274-4DF4AC181540}" srcOrd="0" destOrd="0" parTransId="{3F4255F2-65F9-4771-9092-982AACDB6132}" sibTransId="{671AE9F6-3E25-49F9-9863-5ADAB7D25645}"/>
    <dgm:cxn modelId="{0FC55A6A-CF16-4144-AAD2-6FD39C2E412D}" srcId="{FF33CF01-F918-42BF-BAD3-83A529E720ED}" destId="{CCAA85F8-3259-4503-8F73-5E1B537BCC43}" srcOrd="2" destOrd="0" parTransId="{5498B576-B9FB-495D-B738-C51DC80934B5}" sibTransId="{00DA7B55-7769-48B8-9CC4-269C0941684C}"/>
    <dgm:cxn modelId="{731AD46D-46BE-4CC7-9BA1-8028FD25A3C6}" type="presOf" srcId="{A3DCA438-A9DB-4B12-8994-102434C28B3E}" destId="{94CCA557-FC1E-4D46-B525-28C7857B43DC}" srcOrd="0" destOrd="0" presId="urn:microsoft.com/office/officeart/2016/7/layout/LinearBlockProcessNumbered"/>
    <dgm:cxn modelId="{935FA86F-FDE0-4915-846A-A8E4E492415A}" srcId="{FF33CF01-F918-42BF-BAD3-83A529E720ED}" destId="{50734B07-F811-4446-90AB-2F991E3F6A24}" srcOrd="1" destOrd="0" parTransId="{B874FB2A-191D-4D80-921C-0F8B6FE4CDEA}" sibTransId="{8F0A9B4D-B2EC-4D0B-98B4-A6F1B5F270D4}"/>
    <dgm:cxn modelId="{FC23AC50-536D-4403-8AC3-573BBBFB713C}" type="presOf" srcId="{562ED0AA-78D4-41DD-B274-4DF4AC181540}" destId="{7BC7E4C1-2DD8-4F73-9ADB-A3DCB8D4430E}" srcOrd="1" destOrd="0" presId="urn:microsoft.com/office/officeart/2016/7/layout/LinearBlockProcessNumbered"/>
    <dgm:cxn modelId="{9622B253-6E09-4618-A68F-1F55230953E6}" type="presOf" srcId="{8F0A9B4D-B2EC-4D0B-98B4-A6F1B5F270D4}" destId="{0BC8BE94-C645-4652-A9E8-CDF911E7BD99}" srcOrd="0" destOrd="0" presId="urn:microsoft.com/office/officeart/2016/7/layout/LinearBlockProcessNumbered"/>
    <dgm:cxn modelId="{150DD873-7A81-4064-A6AA-5FC04DDA4146}" type="presOf" srcId="{717692AC-71C0-46A6-BF21-0ED9D85AE313}" destId="{67045A10-B395-4370-B547-8A721D7931E4}" srcOrd="0" destOrd="0" presId="urn:microsoft.com/office/officeart/2016/7/layout/LinearBlockProcessNumbered"/>
    <dgm:cxn modelId="{9783E854-1D7F-4523-871B-85C827F660BA}" type="presOf" srcId="{717692AC-71C0-46A6-BF21-0ED9D85AE313}" destId="{CE1E977E-BD88-4CBC-948B-6EB90E792CCC}" srcOrd="1" destOrd="0" presId="urn:microsoft.com/office/officeart/2016/7/layout/LinearBlockProcessNumbered"/>
    <dgm:cxn modelId="{25A9F75A-DDF4-4F92-9767-46077CF7EB8A}" type="presOf" srcId="{50734B07-F811-4446-90AB-2F991E3F6A24}" destId="{660C26ED-09AE-4D42-950D-DB462E8884AE}" srcOrd="1" destOrd="0" presId="urn:microsoft.com/office/officeart/2016/7/layout/LinearBlockProcessNumbered"/>
    <dgm:cxn modelId="{08D9017D-C00C-4E43-B691-0F875407CECE}" type="presOf" srcId="{ECCB8A38-001C-4564-871F-C2BE0D06F574}" destId="{247E3392-4394-4EC0-B2E7-A08B6B0896E0}" srcOrd="1" destOrd="0" presId="urn:microsoft.com/office/officeart/2016/7/layout/LinearBlockProcessNumbered"/>
    <dgm:cxn modelId="{32A91E8C-E233-460B-8943-4F243EAAA796}" type="presOf" srcId="{50734B07-F811-4446-90AB-2F991E3F6A24}" destId="{5C606130-E8D4-4183-99AE-11781B75B725}" srcOrd="0" destOrd="0" presId="urn:microsoft.com/office/officeart/2016/7/layout/LinearBlockProcessNumbered"/>
    <dgm:cxn modelId="{4ACBD88C-A014-430A-8158-9F01BF2BD7AF}" srcId="{FF33CF01-F918-42BF-BAD3-83A529E720ED}" destId="{ECCB8A38-001C-4564-871F-C2BE0D06F574}" srcOrd="3" destOrd="0" parTransId="{53299D6E-7072-4224-870E-3FB5FDB420B3}" sibTransId="{90512F25-948E-4995-AE4C-B8CDD6F64496}"/>
    <dgm:cxn modelId="{3D42A192-7CE2-4CE1-87F9-D060D4EA8E49}" srcId="{FF33CF01-F918-42BF-BAD3-83A529E720ED}" destId="{717692AC-71C0-46A6-BF21-0ED9D85AE313}" srcOrd="4" destOrd="0" parTransId="{1DEE2CD8-1404-4DF3-B31E-F44545DCEBF6}" sibTransId="{A3DCA438-A9DB-4B12-8994-102434C28B3E}"/>
    <dgm:cxn modelId="{6C4D0099-010B-4DC1-91C6-DD9BD1366A59}" type="presOf" srcId="{CCAA85F8-3259-4503-8F73-5E1B537BCC43}" destId="{5DDD781D-0E1D-4355-9B07-D1661464D5D6}" srcOrd="0" destOrd="0" presId="urn:microsoft.com/office/officeart/2016/7/layout/LinearBlockProcessNumbered"/>
    <dgm:cxn modelId="{FF8800AA-9F65-4811-9106-B7E0E5D2A857}" type="presOf" srcId="{562ED0AA-78D4-41DD-B274-4DF4AC181540}" destId="{E4924E20-047F-4D3D-87AB-8CB508309A74}" srcOrd="0" destOrd="0" presId="urn:microsoft.com/office/officeart/2016/7/layout/LinearBlockProcessNumbered"/>
    <dgm:cxn modelId="{5FC3BEB5-8043-43FA-8DA1-17CCE0FBB29D}" type="presOf" srcId="{671AE9F6-3E25-49F9-9863-5ADAB7D25645}" destId="{4387EDF6-4DCF-40BC-A6D0-1EB3F1B09356}" srcOrd="0" destOrd="0" presId="urn:microsoft.com/office/officeart/2016/7/layout/LinearBlockProcessNumbered"/>
    <dgm:cxn modelId="{495012C1-DE00-41F1-8666-C761F8CADDB1}" type="presOf" srcId="{CCAA85F8-3259-4503-8F73-5E1B537BCC43}" destId="{7173761C-E6AE-4401-9B70-3103E3531E1E}" srcOrd="1" destOrd="0" presId="urn:microsoft.com/office/officeart/2016/7/layout/LinearBlockProcessNumbered"/>
    <dgm:cxn modelId="{E6F6E8CB-3717-4648-A980-AD156A1020BF}" type="presOf" srcId="{FF33CF01-F918-42BF-BAD3-83A529E720ED}" destId="{AC8B5750-720D-4C17-B5EF-7D015385005C}" srcOrd="0" destOrd="0" presId="urn:microsoft.com/office/officeart/2016/7/layout/LinearBlockProcessNumbered"/>
    <dgm:cxn modelId="{3C0BBEDA-5E9D-4936-941B-C1A1893618B4}" type="presOf" srcId="{ECCB8A38-001C-4564-871F-C2BE0D06F574}" destId="{239D917E-D28E-4237-A181-9B21D05598FC}" srcOrd="0" destOrd="0" presId="urn:microsoft.com/office/officeart/2016/7/layout/LinearBlockProcessNumbered"/>
    <dgm:cxn modelId="{825460D7-270F-4BC1-A076-15B2ACDABBFB}" type="presParOf" srcId="{AC8B5750-720D-4C17-B5EF-7D015385005C}" destId="{78480F5D-359A-4B78-BA43-97C122916C38}" srcOrd="0" destOrd="0" presId="urn:microsoft.com/office/officeart/2016/7/layout/LinearBlockProcessNumbered"/>
    <dgm:cxn modelId="{CD14F09F-1DEA-4FA9-A5D2-EA80CB0C3437}" type="presParOf" srcId="{78480F5D-359A-4B78-BA43-97C122916C38}" destId="{E4924E20-047F-4D3D-87AB-8CB508309A74}" srcOrd="0" destOrd="0" presId="urn:microsoft.com/office/officeart/2016/7/layout/LinearBlockProcessNumbered"/>
    <dgm:cxn modelId="{B52898FE-AF18-439D-BAA0-E7E0B8A53A69}" type="presParOf" srcId="{78480F5D-359A-4B78-BA43-97C122916C38}" destId="{4387EDF6-4DCF-40BC-A6D0-1EB3F1B09356}" srcOrd="1" destOrd="0" presId="urn:microsoft.com/office/officeart/2016/7/layout/LinearBlockProcessNumbered"/>
    <dgm:cxn modelId="{633CBB73-F4FE-4A79-BC9F-314728058AE0}" type="presParOf" srcId="{78480F5D-359A-4B78-BA43-97C122916C38}" destId="{7BC7E4C1-2DD8-4F73-9ADB-A3DCB8D4430E}" srcOrd="2" destOrd="0" presId="urn:microsoft.com/office/officeart/2016/7/layout/LinearBlockProcessNumbered"/>
    <dgm:cxn modelId="{75942710-8824-45D3-8669-082AAB295825}" type="presParOf" srcId="{AC8B5750-720D-4C17-B5EF-7D015385005C}" destId="{5669EF5B-4F91-45B5-A52B-0E183EFE97C8}" srcOrd="1" destOrd="0" presId="urn:microsoft.com/office/officeart/2016/7/layout/LinearBlockProcessNumbered"/>
    <dgm:cxn modelId="{833D6F97-04E5-4ACE-A0F7-C2D21B2AE844}" type="presParOf" srcId="{AC8B5750-720D-4C17-B5EF-7D015385005C}" destId="{09F70A22-0996-4EB8-89DE-50FE7C607653}" srcOrd="2" destOrd="0" presId="urn:microsoft.com/office/officeart/2016/7/layout/LinearBlockProcessNumbered"/>
    <dgm:cxn modelId="{55D9A9B5-DAF2-4B55-89C7-AE0834B065C7}" type="presParOf" srcId="{09F70A22-0996-4EB8-89DE-50FE7C607653}" destId="{5C606130-E8D4-4183-99AE-11781B75B725}" srcOrd="0" destOrd="0" presId="urn:microsoft.com/office/officeart/2016/7/layout/LinearBlockProcessNumbered"/>
    <dgm:cxn modelId="{01C56095-54E6-4F75-8E1B-BAFB16758421}" type="presParOf" srcId="{09F70A22-0996-4EB8-89DE-50FE7C607653}" destId="{0BC8BE94-C645-4652-A9E8-CDF911E7BD99}" srcOrd="1" destOrd="0" presId="urn:microsoft.com/office/officeart/2016/7/layout/LinearBlockProcessNumbered"/>
    <dgm:cxn modelId="{26058808-F565-4561-B737-439F37267F31}" type="presParOf" srcId="{09F70A22-0996-4EB8-89DE-50FE7C607653}" destId="{660C26ED-09AE-4D42-950D-DB462E8884AE}" srcOrd="2" destOrd="0" presId="urn:microsoft.com/office/officeart/2016/7/layout/LinearBlockProcessNumbered"/>
    <dgm:cxn modelId="{589B4415-4EB5-4319-A7BD-7B8D0BAD5E78}" type="presParOf" srcId="{AC8B5750-720D-4C17-B5EF-7D015385005C}" destId="{F94335B2-95A2-43D2-9DAF-5E6AC8B475C1}" srcOrd="3" destOrd="0" presId="urn:microsoft.com/office/officeart/2016/7/layout/LinearBlockProcessNumbered"/>
    <dgm:cxn modelId="{23788263-840A-4F0D-9F26-1E0FE655EC14}" type="presParOf" srcId="{AC8B5750-720D-4C17-B5EF-7D015385005C}" destId="{804CCFE0-1A01-46B3-A606-A810D1A29842}" srcOrd="4" destOrd="0" presId="urn:microsoft.com/office/officeart/2016/7/layout/LinearBlockProcessNumbered"/>
    <dgm:cxn modelId="{DD27CD55-4F0F-4859-A24A-B8C36CD51FA2}" type="presParOf" srcId="{804CCFE0-1A01-46B3-A606-A810D1A29842}" destId="{5DDD781D-0E1D-4355-9B07-D1661464D5D6}" srcOrd="0" destOrd="0" presId="urn:microsoft.com/office/officeart/2016/7/layout/LinearBlockProcessNumbered"/>
    <dgm:cxn modelId="{D7372325-0915-46F8-A5B9-F9AD7ACEDB69}" type="presParOf" srcId="{804CCFE0-1A01-46B3-A606-A810D1A29842}" destId="{D957EA5E-746A-4A5C-9D80-02CD3980A8E3}" srcOrd="1" destOrd="0" presId="urn:microsoft.com/office/officeart/2016/7/layout/LinearBlockProcessNumbered"/>
    <dgm:cxn modelId="{60FE7023-9B78-49C3-B4AB-ECF62B07DAA1}" type="presParOf" srcId="{804CCFE0-1A01-46B3-A606-A810D1A29842}" destId="{7173761C-E6AE-4401-9B70-3103E3531E1E}" srcOrd="2" destOrd="0" presId="urn:microsoft.com/office/officeart/2016/7/layout/LinearBlockProcessNumbered"/>
    <dgm:cxn modelId="{E12FCAA2-59F1-4024-B524-09E9DCD3DA9A}" type="presParOf" srcId="{AC8B5750-720D-4C17-B5EF-7D015385005C}" destId="{E75A82EF-DDB7-4703-9E6F-0319C2197081}" srcOrd="5" destOrd="0" presId="urn:microsoft.com/office/officeart/2016/7/layout/LinearBlockProcessNumbered"/>
    <dgm:cxn modelId="{BCAB4C0D-4486-4235-9382-B0FBC588AF84}" type="presParOf" srcId="{AC8B5750-720D-4C17-B5EF-7D015385005C}" destId="{7C9220B0-ECAA-43C4-A94E-3CC9E1107C89}" srcOrd="6" destOrd="0" presId="urn:microsoft.com/office/officeart/2016/7/layout/LinearBlockProcessNumbered"/>
    <dgm:cxn modelId="{5BB54D54-589A-41AB-9330-5F14B91704B7}" type="presParOf" srcId="{7C9220B0-ECAA-43C4-A94E-3CC9E1107C89}" destId="{239D917E-D28E-4237-A181-9B21D05598FC}" srcOrd="0" destOrd="0" presId="urn:microsoft.com/office/officeart/2016/7/layout/LinearBlockProcessNumbered"/>
    <dgm:cxn modelId="{402BBD39-DC92-468E-9150-DD0FFCABD737}" type="presParOf" srcId="{7C9220B0-ECAA-43C4-A94E-3CC9E1107C89}" destId="{15A2EF36-D8F2-489F-8151-279EEE70A578}" srcOrd="1" destOrd="0" presId="urn:microsoft.com/office/officeart/2016/7/layout/LinearBlockProcessNumbered"/>
    <dgm:cxn modelId="{D7ACCB70-C792-4603-8F12-13E25BBFFF8E}" type="presParOf" srcId="{7C9220B0-ECAA-43C4-A94E-3CC9E1107C89}" destId="{247E3392-4394-4EC0-B2E7-A08B6B0896E0}" srcOrd="2" destOrd="0" presId="urn:microsoft.com/office/officeart/2016/7/layout/LinearBlockProcessNumbered"/>
    <dgm:cxn modelId="{11A59685-7425-4846-BA89-68F2F440EB4A}" type="presParOf" srcId="{AC8B5750-720D-4C17-B5EF-7D015385005C}" destId="{E3AC5244-6DCB-43D8-B3F2-C3F159B84491}" srcOrd="7" destOrd="0" presId="urn:microsoft.com/office/officeart/2016/7/layout/LinearBlockProcessNumbered"/>
    <dgm:cxn modelId="{2A5E4E61-7534-48DE-BFE0-679F8BC24CC5}" type="presParOf" srcId="{AC8B5750-720D-4C17-B5EF-7D015385005C}" destId="{2DAD2D41-E7A0-455C-B875-CB165790F51C}" srcOrd="8" destOrd="0" presId="urn:microsoft.com/office/officeart/2016/7/layout/LinearBlockProcessNumbered"/>
    <dgm:cxn modelId="{E7CDAE27-CBC9-4453-8FDE-F192B7062A28}" type="presParOf" srcId="{2DAD2D41-E7A0-455C-B875-CB165790F51C}" destId="{67045A10-B395-4370-B547-8A721D7931E4}" srcOrd="0" destOrd="0" presId="urn:microsoft.com/office/officeart/2016/7/layout/LinearBlockProcessNumbered"/>
    <dgm:cxn modelId="{97EE0178-0B19-42FA-BA51-879FDE0976E2}" type="presParOf" srcId="{2DAD2D41-E7A0-455C-B875-CB165790F51C}" destId="{94CCA557-FC1E-4D46-B525-28C7857B43DC}" srcOrd="1" destOrd="0" presId="urn:microsoft.com/office/officeart/2016/7/layout/LinearBlockProcessNumbered"/>
    <dgm:cxn modelId="{B061B50A-6F3C-4645-97FE-B36DB0BEE5B8}" type="presParOf" srcId="{2DAD2D41-E7A0-455C-B875-CB165790F51C}" destId="{CE1E977E-BD88-4CBC-948B-6EB90E792CC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9798C-CEEB-44CD-9D2C-4E2A0E111451}">
      <dsp:nvSpPr>
        <dsp:cNvPr id="0" name=""/>
        <dsp:cNvSpPr/>
      </dsp:nvSpPr>
      <dsp:spPr>
        <a:xfrm>
          <a:off x="2369600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860459"/>
        <a:ext cx="27198" cy="5439"/>
      </dsp:txXfrm>
    </dsp:sp>
    <dsp:sp modelId="{FC2CBAB4-E620-4291-A432-232F35EEED1A}">
      <dsp:nvSpPr>
        <dsp:cNvPr id="0" name=""/>
        <dsp:cNvSpPr/>
      </dsp:nvSpPr>
      <dsp:spPr>
        <a:xfrm>
          <a:off x="6282" y="1536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Low response rate</a:t>
          </a:r>
        </a:p>
      </dsp:txBody>
      <dsp:txXfrm>
        <a:off x="6282" y="153643"/>
        <a:ext cx="2365117" cy="1419070"/>
      </dsp:txXfrm>
    </dsp:sp>
    <dsp:sp modelId="{55F6B701-E4A0-43B8-A4E5-2DD2250C0D45}">
      <dsp:nvSpPr>
        <dsp:cNvPr id="0" name=""/>
        <dsp:cNvSpPr/>
      </dsp:nvSpPr>
      <dsp:spPr>
        <a:xfrm>
          <a:off x="5278694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860459"/>
        <a:ext cx="27198" cy="5439"/>
      </dsp:txXfrm>
    </dsp:sp>
    <dsp:sp modelId="{46D6D3EF-97F6-4893-96F1-678CE80F9C76}">
      <dsp:nvSpPr>
        <dsp:cNvPr id="0" name=""/>
        <dsp:cNvSpPr/>
      </dsp:nvSpPr>
      <dsp:spPr>
        <a:xfrm>
          <a:off x="2915376" y="153643"/>
          <a:ext cx="2365117" cy="14190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Inefficient spending</a:t>
          </a:r>
        </a:p>
      </dsp:txBody>
      <dsp:txXfrm>
        <a:off x="2915376" y="153643"/>
        <a:ext cx="2365117" cy="1419070"/>
      </dsp:txXfrm>
    </dsp:sp>
    <dsp:sp modelId="{9DE11871-1955-43E7-AFF5-CB50FEC0D991}">
      <dsp:nvSpPr>
        <dsp:cNvPr id="0" name=""/>
        <dsp:cNvSpPr/>
      </dsp:nvSpPr>
      <dsp:spPr>
        <a:xfrm>
          <a:off x="1188841" y="15709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1824882"/>
        <a:ext cx="292178" cy="5439"/>
      </dsp:txXfrm>
    </dsp:sp>
    <dsp:sp modelId="{5CF01C20-8FAF-4E47-BD12-9BA8B761A48B}">
      <dsp:nvSpPr>
        <dsp:cNvPr id="0" name=""/>
        <dsp:cNvSpPr/>
      </dsp:nvSpPr>
      <dsp:spPr>
        <a:xfrm>
          <a:off x="5824470" y="153643"/>
          <a:ext cx="2365117" cy="14190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Lack of segmentation</a:t>
          </a:r>
        </a:p>
      </dsp:txBody>
      <dsp:txXfrm>
        <a:off x="5824470" y="153643"/>
        <a:ext cx="2365117" cy="1419070"/>
      </dsp:txXfrm>
    </dsp:sp>
    <dsp:sp modelId="{DA19F800-A5E8-42F9-B688-AB51CFED9308}">
      <dsp:nvSpPr>
        <dsp:cNvPr id="0" name=""/>
        <dsp:cNvSpPr/>
      </dsp:nvSpPr>
      <dsp:spPr>
        <a:xfrm>
          <a:off x="2369600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2823506"/>
        <a:ext cx="27198" cy="5439"/>
      </dsp:txXfrm>
    </dsp:sp>
    <dsp:sp modelId="{2084AFD3-0B7C-43D3-A557-AAABFC2B5AB0}">
      <dsp:nvSpPr>
        <dsp:cNvPr id="0" name=""/>
        <dsp:cNvSpPr/>
      </dsp:nvSpPr>
      <dsp:spPr>
        <a:xfrm>
          <a:off x="6282" y="2116690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Missed opportunities</a:t>
          </a:r>
        </a:p>
      </dsp:txBody>
      <dsp:txXfrm>
        <a:off x="6282" y="2116690"/>
        <a:ext cx="2365117" cy="1419070"/>
      </dsp:txXfrm>
    </dsp:sp>
    <dsp:sp modelId="{D3CBAA1A-121A-4BD3-A3BB-E32024F118E7}">
      <dsp:nvSpPr>
        <dsp:cNvPr id="0" name=""/>
        <dsp:cNvSpPr/>
      </dsp:nvSpPr>
      <dsp:spPr>
        <a:xfrm>
          <a:off x="2915376" y="2116690"/>
          <a:ext cx="2365117" cy="141907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Declining ROI, poor campaign efficiency, and lost competitive edge.</a:t>
          </a:r>
        </a:p>
      </dsp:txBody>
      <dsp:txXfrm>
        <a:off x="2915376" y="2116690"/>
        <a:ext cx="2365117" cy="14190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55EF6-6403-4AEE-B2C7-942F39237992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Increase response rate from 5.3% → at least 8%.</a:t>
          </a:r>
        </a:p>
      </dsp:txBody>
      <dsp:txXfrm>
        <a:off x="19451" y="19451"/>
        <a:ext cx="5516512" cy="625190"/>
      </dsp:txXfrm>
    </dsp:sp>
    <dsp:sp modelId="{919F5E28-793E-44F1-860C-2BDE120605F9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Improve ROI by 20% via better targeting and budget optimization.</a:t>
          </a:r>
        </a:p>
      </dsp:txBody>
      <dsp:txXfrm>
        <a:off x="490713" y="775779"/>
        <a:ext cx="5368995" cy="625190"/>
      </dsp:txXfrm>
    </dsp:sp>
    <dsp:sp modelId="{BEB42839-0256-44D6-B8A9-87897E7C732E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Raise total sales by 15% through tailored promotional campaigns.</a:t>
          </a:r>
        </a:p>
      </dsp:txBody>
      <dsp:txXfrm>
        <a:off x="961976" y="1532107"/>
        <a:ext cx="5368995" cy="625190"/>
      </dsp:txXfrm>
    </dsp:sp>
    <dsp:sp modelId="{9450ABE0-234A-47D0-961B-DE9F76E23B33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Convert 10% of non-purchasers into paying customers.</a:t>
          </a:r>
        </a:p>
      </dsp:txBody>
      <dsp:txXfrm>
        <a:off x="1433238" y="2288435"/>
        <a:ext cx="5368995" cy="625190"/>
      </dsp:txXfrm>
    </dsp:sp>
    <dsp:sp modelId="{F4B1B15A-E507-404B-B550-44B339EA7D67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Leads to increase in sales and long-term profit.</a:t>
          </a:r>
        </a:p>
      </dsp:txBody>
      <dsp:txXfrm>
        <a:off x="1904501" y="3044763"/>
        <a:ext cx="5368995" cy="625190"/>
      </dsp:txXfrm>
    </dsp:sp>
    <dsp:sp modelId="{040C5075-F99E-4766-A2FF-95B3D0509DF2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55BEFE2C-5E61-49EC-AC76-EED400D2D5D9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88AF12DD-DA51-41FE-AC6A-F862501DFD71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0224301F-2008-44FB-B291-57EFB8636882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1B0BB-97AD-4801-B616-1265B1EC4315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27FFD-CA44-4250-8BB0-5E3F231122EF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02B93-6F94-450D-878E-933EEEF2E166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Classification Goal: Predict customers most likely to respond to direct mail.</a:t>
          </a:r>
        </a:p>
      </dsp:txBody>
      <dsp:txXfrm>
        <a:off x="25435" y="2456402"/>
        <a:ext cx="1800000" cy="720000"/>
      </dsp:txXfrm>
    </dsp:sp>
    <dsp:sp modelId="{8A756487-0C3D-4717-B83B-518A0A7C1E55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1C1D45-EFC6-4202-B261-A6092C376A44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90F19-5B20-4736-BB78-2AAF27D28DA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Clustering Goal: Segment customers by spending, frequency, and recency.</a:t>
          </a:r>
        </a:p>
      </dsp:txBody>
      <dsp:txXfrm>
        <a:off x="2140435" y="2456402"/>
        <a:ext cx="1800000" cy="720000"/>
      </dsp:txXfrm>
    </dsp:sp>
    <dsp:sp modelId="{028F5E39-052A-442C-8DA2-13160BD0C30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35FF0-DC1C-4A44-B599-759C5250C15B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667A6-2DEB-42CA-853D-A76918F491E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Measurement: Accuracy, Sensitivity, Specificity, Precision, Silhouette Score.</a:t>
          </a:r>
        </a:p>
      </dsp:txBody>
      <dsp:txXfrm>
        <a:off x="4255435" y="2456402"/>
        <a:ext cx="1800000" cy="720000"/>
      </dsp:txXfrm>
    </dsp:sp>
    <dsp:sp modelId="{4E3E2745-9B82-4FF8-8DD1-F4A245A13CD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F28D4-3646-49EB-BAD9-404585078066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0D16D-2FBE-4A4D-8AF4-99210EF80211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supporting </a:t>
          </a:r>
          <a:r>
            <a:rPr lang="en-US" sz="1200" kern="1200" dirty="0"/>
            <a:t>revenue growth through evidence-based targeting.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6A039-2652-4BCA-9062-C43B6C322634}">
      <dsp:nvSpPr>
        <dsp:cNvPr id="0" name=""/>
        <dsp:cNvSpPr/>
      </dsp:nvSpPr>
      <dsp:spPr>
        <a:xfrm>
          <a:off x="2622678" y="315"/>
          <a:ext cx="2950513" cy="50531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Random Forest accuracy: 83.25%, Sensitivity 91.5%, Precision 78.5%.</a:t>
          </a:r>
        </a:p>
      </dsp:txBody>
      <dsp:txXfrm>
        <a:off x="2647345" y="24982"/>
        <a:ext cx="2901179" cy="455977"/>
      </dsp:txXfrm>
    </dsp:sp>
    <dsp:sp modelId="{B42131D1-F5E5-487D-BD9F-A43ED0855F22}">
      <dsp:nvSpPr>
        <dsp:cNvPr id="0" name=""/>
        <dsp:cNvSpPr/>
      </dsp:nvSpPr>
      <dsp:spPr>
        <a:xfrm>
          <a:off x="2622678" y="530892"/>
          <a:ext cx="2950513" cy="505311"/>
        </a:xfrm>
        <a:prstGeom prst="roundRect">
          <a:avLst/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• Freq </a:t>
          </a:r>
          <a:r>
            <a:rPr lang="en-US" sz="1000" kern="1200"/>
            <a:t>and Sources</a:t>
          </a:r>
        </a:p>
      </dsp:txBody>
      <dsp:txXfrm>
        <a:off x="2647345" y="555559"/>
        <a:ext cx="2901179" cy="455977"/>
      </dsp:txXfrm>
    </dsp:sp>
    <dsp:sp modelId="{3F3F66BB-9F50-4D92-AA27-6A4409711397}">
      <dsp:nvSpPr>
        <dsp:cNvPr id="0" name=""/>
        <dsp:cNvSpPr/>
      </dsp:nvSpPr>
      <dsp:spPr>
        <a:xfrm>
          <a:off x="2622678" y="1061469"/>
          <a:ext cx="2950513" cy="505311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K-Means (3 clusters):</a:t>
          </a:r>
        </a:p>
      </dsp:txBody>
      <dsp:txXfrm>
        <a:off x="2647345" y="1086136"/>
        <a:ext cx="2901179" cy="455977"/>
      </dsp:txXfrm>
    </dsp:sp>
    <dsp:sp modelId="{816033CE-C127-4033-A3A1-8A3D15E2A454}">
      <dsp:nvSpPr>
        <dsp:cNvPr id="0" name=""/>
        <dsp:cNvSpPr/>
      </dsp:nvSpPr>
      <dsp:spPr>
        <a:xfrm>
          <a:off x="2622678" y="1592046"/>
          <a:ext cx="2950513" cy="505311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Cluster 1: High-value loyal customers → loyalty programs.</a:t>
          </a:r>
        </a:p>
      </dsp:txBody>
      <dsp:txXfrm>
        <a:off x="2647345" y="1616713"/>
        <a:ext cx="2901179" cy="455977"/>
      </dsp:txXfrm>
    </dsp:sp>
    <dsp:sp modelId="{270EF519-1BD8-42C4-8DD8-3532151F1E38}">
      <dsp:nvSpPr>
        <dsp:cNvPr id="0" name=""/>
        <dsp:cNvSpPr/>
      </dsp:nvSpPr>
      <dsp:spPr>
        <a:xfrm>
          <a:off x="2622678" y="2122623"/>
          <a:ext cx="2950513" cy="505311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Cluster 2: Moderate customers → bundle &amp; seasonal offers.</a:t>
          </a:r>
        </a:p>
      </dsp:txBody>
      <dsp:txXfrm>
        <a:off x="2647345" y="2147290"/>
        <a:ext cx="2901179" cy="455977"/>
      </dsp:txXfrm>
    </dsp:sp>
    <dsp:sp modelId="{B1CAFEA1-C98C-4620-B388-CB26F45DFF08}">
      <dsp:nvSpPr>
        <dsp:cNvPr id="0" name=""/>
        <dsp:cNvSpPr/>
      </dsp:nvSpPr>
      <dsp:spPr>
        <a:xfrm>
          <a:off x="2622678" y="2653201"/>
          <a:ext cx="2950513" cy="505311"/>
        </a:xfrm>
        <a:prstGeom prst="roundRect">
          <a:avLst/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- Cluster 3: Inactive customers → reactivation campaigns.</a:t>
          </a:r>
        </a:p>
      </dsp:txBody>
      <dsp:txXfrm>
        <a:off x="2647345" y="2677868"/>
        <a:ext cx="2901179" cy="455977"/>
      </dsp:txXfrm>
    </dsp:sp>
    <dsp:sp modelId="{D9346E5E-BE46-40FD-84BA-7EFE5160EC04}">
      <dsp:nvSpPr>
        <dsp:cNvPr id="0" name=""/>
        <dsp:cNvSpPr/>
      </dsp:nvSpPr>
      <dsp:spPr>
        <a:xfrm>
          <a:off x="2622678" y="3183778"/>
          <a:ext cx="2950513" cy="505311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Business value: Models convert data into smarter targeting, reduced waste, and improved profitability.</a:t>
          </a:r>
        </a:p>
      </dsp:txBody>
      <dsp:txXfrm>
        <a:off x="2647345" y="3208445"/>
        <a:ext cx="2901179" cy="4559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7CAA5-6B93-4A6E-883B-305498E16F54}">
      <dsp:nvSpPr>
        <dsp:cNvPr id="0" name=""/>
        <dsp:cNvSpPr/>
      </dsp:nvSpPr>
      <dsp:spPr>
        <a:xfrm>
          <a:off x="3290554" y="1088"/>
          <a:ext cx="1614762" cy="1614762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• Transition from broad, costly mailings to ROI-focused targeting.</a:t>
          </a:r>
        </a:p>
      </dsp:txBody>
      <dsp:txXfrm>
        <a:off x="3694245" y="1088"/>
        <a:ext cx="807381" cy="1332179"/>
      </dsp:txXfrm>
    </dsp:sp>
    <dsp:sp modelId="{7F42ED48-6916-4EE1-B29C-D488446C8A2A}">
      <dsp:nvSpPr>
        <dsp:cNvPr id="0" name=""/>
        <dsp:cNvSpPr/>
      </dsp:nvSpPr>
      <dsp:spPr>
        <a:xfrm rot="4320000">
          <a:off x="4644767" y="984981"/>
          <a:ext cx="1614762" cy="1614762"/>
        </a:xfrm>
        <a:prstGeom prst="downArrow">
          <a:avLst>
            <a:gd name="adj1" fmla="val 50000"/>
            <a:gd name="adj2" fmla="val 3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• Focus on frequent &amp; recently active customers for maximum return.</a:t>
          </a:r>
        </a:p>
      </dsp:txBody>
      <dsp:txXfrm rot="-5400000">
        <a:off x="4920435" y="1345011"/>
        <a:ext cx="1332179" cy="807381"/>
      </dsp:txXfrm>
    </dsp:sp>
    <dsp:sp modelId="{E3BC5E91-FB2C-4B86-90B8-406BFAF510AF}">
      <dsp:nvSpPr>
        <dsp:cNvPr id="0" name=""/>
        <dsp:cNvSpPr/>
      </dsp:nvSpPr>
      <dsp:spPr>
        <a:xfrm rot="8640000">
          <a:off x="4127503" y="2576954"/>
          <a:ext cx="1614762" cy="1614762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Enables 20% higher ROI, 8%+ response rate, and 15% sales growth.</a:t>
          </a:r>
        </a:p>
      </dsp:txBody>
      <dsp:txXfrm rot="10800000">
        <a:off x="4614242" y="2832553"/>
        <a:ext cx="807381" cy="1332179"/>
      </dsp:txXfrm>
    </dsp:sp>
    <dsp:sp modelId="{0067065F-4649-40FB-A7B3-CB7D16514C86}">
      <dsp:nvSpPr>
        <dsp:cNvPr id="0" name=""/>
        <dsp:cNvSpPr/>
      </dsp:nvSpPr>
      <dsp:spPr>
        <a:xfrm rot="12960000">
          <a:off x="2453604" y="2576954"/>
          <a:ext cx="1614762" cy="1614762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Facilitates personalized engagement, enhancing customer retention and loyalty.</a:t>
          </a:r>
        </a:p>
      </dsp:txBody>
      <dsp:txXfrm rot="10800000">
        <a:off x="2774245" y="2832552"/>
        <a:ext cx="807381" cy="1332179"/>
      </dsp:txXfrm>
    </dsp:sp>
    <dsp:sp modelId="{79DC81DB-EE48-46E9-B728-D97A1B79AD63}">
      <dsp:nvSpPr>
        <dsp:cNvPr id="0" name=""/>
        <dsp:cNvSpPr/>
      </dsp:nvSpPr>
      <dsp:spPr>
        <a:xfrm rot="17280000">
          <a:off x="1936341" y="984981"/>
          <a:ext cx="1614762" cy="1614762"/>
        </a:xfrm>
        <a:prstGeom prst="downArrow">
          <a:avLst>
            <a:gd name="adj1" fmla="val 50000"/>
            <a:gd name="adj2" fmla="val 3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Why buy this solution? → Data-driven, scalable, interpretable, and proven to improve performance.</a:t>
          </a:r>
        </a:p>
      </dsp:txBody>
      <dsp:txXfrm rot="5400000">
        <a:off x="1943256" y="1345010"/>
        <a:ext cx="1332179" cy="8073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4E20-047F-4D3D-87AB-8CB508309A74}">
      <dsp:nvSpPr>
        <dsp:cNvPr id="0" name=""/>
        <dsp:cNvSpPr/>
      </dsp:nvSpPr>
      <dsp:spPr>
        <a:xfrm>
          <a:off x="4922" y="921466"/>
          <a:ext cx="1538726" cy="18464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0" rIns="151992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Enhance data quality: Include digital engagement and lifecycle data.</a:t>
          </a:r>
        </a:p>
      </dsp:txBody>
      <dsp:txXfrm>
        <a:off x="4922" y="1660055"/>
        <a:ext cx="1538726" cy="1107883"/>
      </dsp:txXfrm>
    </dsp:sp>
    <dsp:sp modelId="{4387EDF6-4DCF-40BC-A6D0-1EB3F1B09356}">
      <dsp:nvSpPr>
        <dsp:cNvPr id="0" name=""/>
        <dsp:cNvSpPr/>
      </dsp:nvSpPr>
      <dsp:spPr>
        <a:xfrm>
          <a:off x="4922" y="921466"/>
          <a:ext cx="1538726" cy="73858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165100" rIns="151992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01</a:t>
          </a:r>
        </a:p>
      </dsp:txBody>
      <dsp:txXfrm>
        <a:off x="4922" y="921466"/>
        <a:ext cx="1538726" cy="738588"/>
      </dsp:txXfrm>
    </dsp:sp>
    <dsp:sp modelId="{5C606130-E8D4-4183-99AE-11781B75B725}">
      <dsp:nvSpPr>
        <dsp:cNvPr id="0" name=""/>
        <dsp:cNvSpPr/>
      </dsp:nvSpPr>
      <dsp:spPr>
        <a:xfrm>
          <a:off x="1666747" y="921466"/>
          <a:ext cx="1538726" cy="1846472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0" rIns="151992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Model refinement: Explore ensemble tuning and uplift modeling.</a:t>
          </a:r>
        </a:p>
      </dsp:txBody>
      <dsp:txXfrm>
        <a:off x="1666747" y="1660055"/>
        <a:ext cx="1538726" cy="1107883"/>
      </dsp:txXfrm>
    </dsp:sp>
    <dsp:sp modelId="{0BC8BE94-C645-4652-A9E8-CDF911E7BD99}">
      <dsp:nvSpPr>
        <dsp:cNvPr id="0" name=""/>
        <dsp:cNvSpPr/>
      </dsp:nvSpPr>
      <dsp:spPr>
        <a:xfrm>
          <a:off x="1666747" y="921466"/>
          <a:ext cx="1538726" cy="73858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165100" rIns="151992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02</a:t>
          </a:r>
        </a:p>
      </dsp:txBody>
      <dsp:txXfrm>
        <a:off x="1666747" y="921466"/>
        <a:ext cx="1538726" cy="738588"/>
      </dsp:txXfrm>
    </dsp:sp>
    <dsp:sp modelId="{5DDD781D-0E1D-4355-9B07-D1661464D5D6}">
      <dsp:nvSpPr>
        <dsp:cNvPr id="0" name=""/>
        <dsp:cNvSpPr/>
      </dsp:nvSpPr>
      <dsp:spPr>
        <a:xfrm>
          <a:off x="3328572" y="921466"/>
          <a:ext cx="1538726" cy="1846472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0" rIns="151992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Process improvements: Integrate predictive results into CRM for real-time targeting.</a:t>
          </a:r>
        </a:p>
      </dsp:txBody>
      <dsp:txXfrm>
        <a:off x="3328572" y="1660055"/>
        <a:ext cx="1538726" cy="1107883"/>
      </dsp:txXfrm>
    </dsp:sp>
    <dsp:sp modelId="{D957EA5E-746A-4A5C-9D80-02CD3980A8E3}">
      <dsp:nvSpPr>
        <dsp:cNvPr id="0" name=""/>
        <dsp:cNvSpPr/>
      </dsp:nvSpPr>
      <dsp:spPr>
        <a:xfrm>
          <a:off x="3328572" y="921466"/>
          <a:ext cx="1538726" cy="73858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165100" rIns="151992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03</a:t>
          </a:r>
        </a:p>
      </dsp:txBody>
      <dsp:txXfrm>
        <a:off x="3328572" y="921466"/>
        <a:ext cx="1538726" cy="738588"/>
      </dsp:txXfrm>
    </dsp:sp>
    <dsp:sp modelId="{239D917E-D28E-4237-A181-9B21D05598FC}">
      <dsp:nvSpPr>
        <dsp:cNvPr id="0" name=""/>
        <dsp:cNvSpPr/>
      </dsp:nvSpPr>
      <dsp:spPr>
        <a:xfrm>
          <a:off x="4990397" y="921466"/>
          <a:ext cx="1538726" cy="1846472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0" rIns="151992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Sustainability: Refresh models regularly and expand segmentation to new consortium partners.</a:t>
          </a:r>
        </a:p>
      </dsp:txBody>
      <dsp:txXfrm>
        <a:off x="4990397" y="1660055"/>
        <a:ext cx="1538726" cy="1107883"/>
      </dsp:txXfrm>
    </dsp:sp>
    <dsp:sp modelId="{15A2EF36-D8F2-489F-8151-279EEE70A578}">
      <dsp:nvSpPr>
        <dsp:cNvPr id="0" name=""/>
        <dsp:cNvSpPr/>
      </dsp:nvSpPr>
      <dsp:spPr>
        <a:xfrm>
          <a:off x="4990397" y="921466"/>
          <a:ext cx="1538726" cy="73858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165100" rIns="151992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04</a:t>
          </a:r>
        </a:p>
      </dsp:txBody>
      <dsp:txXfrm>
        <a:off x="4990397" y="921466"/>
        <a:ext cx="1538726" cy="738588"/>
      </dsp:txXfrm>
    </dsp:sp>
    <dsp:sp modelId="{67045A10-B395-4370-B547-8A721D7931E4}">
      <dsp:nvSpPr>
        <dsp:cNvPr id="0" name=""/>
        <dsp:cNvSpPr/>
      </dsp:nvSpPr>
      <dsp:spPr>
        <a:xfrm>
          <a:off x="6652221" y="921466"/>
          <a:ext cx="1538726" cy="184647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0" rIns="151992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Focus on continuous improvement and long-term scalability.</a:t>
          </a:r>
        </a:p>
      </dsp:txBody>
      <dsp:txXfrm>
        <a:off x="6652221" y="1660055"/>
        <a:ext cx="1538726" cy="1107883"/>
      </dsp:txXfrm>
    </dsp:sp>
    <dsp:sp modelId="{94CCA557-FC1E-4D46-B525-28C7857B43DC}">
      <dsp:nvSpPr>
        <dsp:cNvPr id="0" name=""/>
        <dsp:cNvSpPr/>
      </dsp:nvSpPr>
      <dsp:spPr>
        <a:xfrm>
          <a:off x="6652221" y="921466"/>
          <a:ext cx="1538726" cy="73858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92" tIns="165100" rIns="151992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05</a:t>
          </a:r>
        </a:p>
      </dsp:txBody>
      <dsp:txXfrm>
        <a:off x="6652221" y="921466"/>
        <a:ext cx="1538726" cy="738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F2818-AA25-4229-9A39-53A8E7D2A5F2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3BADF-D860-49A2-B246-DBC318C0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87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North-Point was struggling with several key challenges in its marketing strategy.</a:t>
            </a:r>
          </a:p>
          <a:p>
            <a:r>
              <a:rPr lang="en-US" dirty="0"/>
              <a:t>Firstly, the **response rate was only 5.3%**, meaning most mailings went to uninterested customers, wasting time and money.</a:t>
            </a:r>
          </a:p>
          <a:p>
            <a:r>
              <a:rPr lang="en-US" dirty="0"/>
              <a:t>Secondly, the company lacked a **clear understanding of customer value and behavior**, resulting in generic campaigns that didn’t resonate with customers.</a:t>
            </a:r>
          </a:p>
          <a:p>
            <a:r>
              <a:rPr lang="en-US" dirty="0"/>
              <a:t>Finally, all customers received the **same promotional message**, without considering differences in purchasing habits or engagement levels.</a:t>
            </a:r>
          </a:p>
          <a:p>
            <a:r>
              <a:rPr lang="en-US" dirty="0"/>
              <a:t>These issues collectively led to **inefficient spending and poor return on investment (ROI)** in the marketing campaign.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70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North-Point was struggling with several key challenges in its marketing strategy.</a:t>
            </a:r>
          </a:p>
          <a:p>
            <a:r>
              <a:rPr lang="en-US" dirty="0"/>
              <a:t>Firstly, the **response rate was only 5.3%**, meaning most mailings went to uninterested customers, wasting time and money.</a:t>
            </a:r>
          </a:p>
          <a:p>
            <a:r>
              <a:rPr lang="en-US" dirty="0"/>
              <a:t>Secondly, the company lacked a **clear understanding of customer value and behavior**, resulting in generic campaigns that didn’t resonate with customers.</a:t>
            </a:r>
          </a:p>
          <a:p>
            <a:r>
              <a:rPr lang="en-US" dirty="0"/>
              <a:t>Finally, all customers received the **same promotional message**, without considering differences in purchasing habits or engagement levels.</a:t>
            </a:r>
          </a:p>
          <a:p>
            <a:r>
              <a:rPr lang="en-US" dirty="0"/>
              <a:t>These issues collectively led to **inefficient spending and poor return on investment (ROI)** in the marketing campaign.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056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these issues, we set several measurable business goals.</a:t>
            </a:r>
          </a:p>
          <a:p>
            <a:r>
              <a:rPr lang="en-US" dirty="0"/>
              <a:t>The primary goal was to **increase the response rate from 5.3% to at least 8%** by identifying and targeting customers most likely to purchase.</a:t>
            </a:r>
          </a:p>
          <a:p>
            <a:r>
              <a:rPr lang="en-US" dirty="0"/>
              <a:t>We aimed to **improve ROI by 20%** through better allocation of marketing resources toward potential buyers.</a:t>
            </a:r>
          </a:p>
          <a:p>
            <a:r>
              <a:rPr lang="en-US" dirty="0"/>
              <a:t>A secondary goal was to **boost total sales by 15%** by using personalized, data-driven campaigns.</a:t>
            </a:r>
          </a:p>
          <a:p>
            <a:r>
              <a:rPr lang="en-US" dirty="0"/>
              <a:t>Finally, the campaign sought to **convert at least 10% of non-purchasing customers into buyers**, enhancing both engagement and long-term profitability.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262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analytical goals were directly aligned with the business objectives.</a:t>
            </a:r>
          </a:p>
          <a:p>
            <a:r>
              <a:rPr lang="en-US" dirty="0"/>
              <a:t>We wanted to build models that could **predict which customers were most likely to respond** to the mailings and **segment the customer base** into meaningful groups for targeted promotions.</a:t>
            </a:r>
          </a:p>
          <a:p>
            <a:r>
              <a:rPr lang="en-US" dirty="0"/>
              <a:t>We used both **supervised learning** for classification and **unsupervised learning** for segmentation.</a:t>
            </a:r>
          </a:p>
          <a:p>
            <a:r>
              <a:rPr lang="en-US" dirty="0"/>
              <a:t>By combining predictive analytics with behavioral segmentation, we aimed to support **data-driven decision-making** and design more focused marketing campaigns.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989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**Classification models** – Decision Tree and Random Forest were used to predict purchase likelihood.</a:t>
            </a:r>
          </a:p>
          <a:p>
            <a:endParaRPr lang="en-US" dirty="0"/>
          </a:p>
          <a:p>
            <a:r>
              <a:rPr lang="en-US" dirty="0"/>
              <a:t>   * Decision Tree provided clear interpretability and rule-based insights for marketing decisions.</a:t>
            </a:r>
          </a:p>
          <a:p>
            <a:r>
              <a:rPr lang="en-US" dirty="0"/>
              <a:t>   * Random Forest improved predictive accuracy and handled both categorical and numerical data efficiently.</a:t>
            </a:r>
          </a:p>
          <a:p>
            <a:r>
              <a:rPr lang="en-US" dirty="0"/>
              <a:t>2. **Clustering models** – K-Means and Hierarchical Clustering helped us identify natural customer segments based on spending, frequency, and recency.</a:t>
            </a:r>
          </a:p>
          <a:p>
            <a:r>
              <a:rPr lang="en-US" dirty="0"/>
              <a:t>   To ensure balanced model training, we used **2,000 records** — 1,000 purchasers and 1,000 non-purchasers — to eliminate class bias.</a:t>
            </a:r>
          </a:p>
          <a:p>
            <a:r>
              <a:rPr lang="en-US" dirty="0"/>
              <a:t>   The overall process focused on building reliable, interpretable models for **customer prediction and segmentation**.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35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**Random Forest model** performed exceptionally well, achieving **83.25% accuracy** and **91.5% sensitivity**, meaning it was very effective in identifying real buyers.</a:t>
            </a:r>
          </a:p>
          <a:p>
            <a:r>
              <a:rPr lang="en-US" dirty="0"/>
              <a:t>The **Decision Tree model**, with **83.5% accuracy**, provided simple, explainable decision rules such as — “if the customer ordered through the web and has a frequency above two, they are likely to respond.”</a:t>
            </a:r>
          </a:p>
          <a:p>
            <a:r>
              <a:rPr lang="en-US" dirty="0"/>
              <a:t>For segmentation, the **K-Means model** identified **three distinct clusters** — high-value loyal customers, moderately engaged customers, and dormant customers.</a:t>
            </a:r>
          </a:p>
          <a:p>
            <a:r>
              <a:rPr lang="en-US" dirty="0"/>
              <a:t>These insights help North-Point **focus its efforts on profitable customer groups**, reducing wasted mailing costs and improving campaign performance.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323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analytical models delivered tangible business value to North-Point.</a:t>
            </a:r>
          </a:p>
          <a:p>
            <a:r>
              <a:rPr lang="en-US" dirty="0"/>
              <a:t>By focusing only on customers with high purchase probability, the company can **cut down on unnecessary mailings** and **save marketing costs**.</a:t>
            </a:r>
          </a:p>
          <a:p>
            <a:r>
              <a:rPr lang="en-US" dirty="0"/>
              <a:t>The segmentation results allow marketers to **customize promotions for each group** — such as loyalty programs for top-tier customers and discounts for less active ones.</a:t>
            </a:r>
          </a:p>
          <a:p>
            <a:r>
              <a:rPr lang="en-US" dirty="0"/>
              <a:t>Overall, the project **transforms direct mail marketing from a broad, costly effort into a targeted, ROI-driven strategy**, ensuring better engagement, higher profitability, and smarter resource allocation.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371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**Enhance data quality** by including additional variables such as online engagement metrics and customer demographics to improve model precision.</a:t>
            </a:r>
          </a:p>
          <a:p>
            <a:r>
              <a:rPr lang="en-US" dirty="0"/>
              <a:t>* **Regularly retrain the models** with new mailing and sales data to ensure accuracy over time.</a:t>
            </a:r>
          </a:p>
          <a:p>
            <a:r>
              <a:rPr lang="en-US" dirty="0"/>
              <a:t>* **Integrate predictive models into CRM systems** for real-time campaign execution and automated targeting.</a:t>
            </a:r>
          </a:p>
          <a:p>
            <a:r>
              <a:rPr lang="en-US" dirty="0"/>
              <a:t>* **Expand segmentation** to new customers within the consortium for wider application.</a:t>
            </a:r>
          </a:p>
          <a:p>
            <a:r>
              <a:rPr lang="en-US" dirty="0"/>
              <a:t>* Finally, **set up a performance monitoring framework** to track outcomes, learn from results, and continuously optimize marketing efforts.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82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this project helped North-Point redesign its traditional, inefficient direct mail strategy into a **strategic, data-driven marketing system**.</a:t>
            </a:r>
          </a:p>
          <a:p>
            <a:r>
              <a:rPr lang="en-US" dirty="0"/>
              <a:t>Through classification and clustering, the company can now **accurately target the right customers, reduce waste, and maximize returns**.</a:t>
            </a:r>
          </a:p>
          <a:p>
            <a:r>
              <a:rPr lang="en-US" dirty="0"/>
              <a:t>Key insights on frequency, recency, and source activity provide a strong foundation for smarter campaign design.</a:t>
            </a:r>
          </a:p>
          <a:p>
            <a:r>
              <a:rPr lang="en-US" dirty="0"/>
              <a:t>Overall, North-Point can now leverage **sales growth, stronger customer loyalty, and sustained competitive advantage** by turning analytics into actionable business value.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3BADF-D860-49A2-B246-DBC318C0316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332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5256887" y="1336362"/>
            <a:ext cx="5330585" cy="391404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9124485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66" y="-2"/>
            <a:ext cx="9134528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9460" y="1388697"/>
            <a:ext cx="5406148" cy="18882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Software Mailing Analytics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6352" y="4940490"/>
            <a:ext cx="5406148" cy="12651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</a:endParaRPr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Reishekesh Reddy Inavola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345" y="0"/>
            <a:ext cx="241077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Business Problems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40B252-D86B-46FF-EAC2-956548955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79292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Business Goals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8EFDC57E-BE65-317A-8FA2-B84A09F77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69359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Analytical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432F24-9951-F0FD-A9A8-68F9FA263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372510"/>
              </p:ext>
            </p:extLst>
          </p:nvPr>
        </p:nvGraphicFramePr>
        <p:xfrm>
          <a:off x="483042" y="2159471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Analytical Approach</a:t>
            </a:r>
          </a:p>
        </p:txBody>
      </p:sp>
      <p:pic>
        <p:nvPicPr>
          <p:cNvPr id="7" name="Content Placeholder 6" descr="A group of people in a pyramid&#10;&#10;AI-generated content may be incorrect.">
            <a:extLst>
              <a:ext uri="{FF2B5EF4-FFF2-40B4-BE49-F238E27FC236}">
                <a16:creationId xmlns:a16="http://schemas.microsoft.com/office/drawing/2014/main" id="{9EBEE1F9-3039-3C15-95E0-64313A905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2718779"/>
            <a:ext cx="8229600" cy="228880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Insights: Why the Solution Works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F7F7ECA-DE85-71F2-44FC-F6F9D3DF3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16304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Business Value Proposition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F76737-DF87-318B-12D6-EB79254E3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80517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Recommendations &amp; 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AC1EFB-93F2-782E-A820-6CCE243399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30719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dirty="0"/>
              <a:t>“</a:t>
            </a:r>
            <a:r>
              <a:rPr lang="en-US" sz="1800" dirty="0"/>
              <a:t>North-Point leverage sales, customers loyalty and sustained competitive advantage through redesigning ineffective direct mail into a strategic and high ROI engagement system through data-driven marketing intelligence</a:t>
            </a:r>
            <a:r>
              <a:rPr lang="en-US" sz="1700" dirty="0"/>
              <a:t>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57FDC6-728F-65D3-184F-544D6D1D4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1925" y="818984"/>
            <a:ext cx="5036024" cy="3178689"/>
          </a:xfrm>
        </p:spPr>
        <p:txBody>
          <a:bodyPr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3B2D53-78A3-498B-EEA1-C21A737D5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047" y="4960961"/>
            <a:ext cx="5291920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3459141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1329</Words>
  <Application>Microsoft Office PowerPoint</Application>
  <PresentationFormat>On-screen Show (4:3)</PresentationFormat>
  <Paragraphs>102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Software Mailing Analytics  </vt:lpstr>
      <vt:lpstr>Business Problems</vt:lpstr>
      <vt:lpstr>Business Goals</vt:lpstr>
      <vt:lpstr>Analytical Goals</vt:lpstr>
      <vt:lpstr>Analytical Approach</vt:lpstr>
      <vt:lpstr>Key Insights: Why the Solution Works</vt:lpstr>
      <vt:lpstr>Business Value Proposition</vt:lpstr>
      <vt:lpstr>Recommendations &amp; Future Enhancements</vt:lpstr>
      <vt:lpstr>Conclusion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Manjunath Reddy</dc:creator>
  <cp:keywords/>
  <dc:description>generated using python-pptx</dc:description>
  <cp:lastModifiedBy>i.reishekesh reddy</cp:lastModifiedBy>
  <cp:revision>16</cp:revision>
  <dcterms:created xsi:type="dcterms:W3CDTF">2013-01-27T09:14:16Z</dcterms:created>
  <dcterms:modified xsi:type="dcterms:W3CDTF">2025-10-22T23:43:28Z</dcterms:modified>
  <cp:category/>
</cp:coreProperties>
</file>